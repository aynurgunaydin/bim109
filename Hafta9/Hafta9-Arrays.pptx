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sldIdLst>
    <p:sldId id="256" r:id="rId3"/>
    <p:sldId id="257" r:id="rId4"/>
    <p:sldId id="258" r:id="rId5"/>
    <p:sldId id="259" r:id="rId6"/>
    <p:sldId id="260" r:id="rId7"/>
    <p:sldId id="261" r:id="rId8"/>
    <p:sldId id="262" r:id="rId9"/>
    <p:sldId id="264" r:id="rId10"/>
    <p:sldId id="265" r:id="rId11"/>
    <p:sldId id="266" r:id="rId12"/>
    <p:sldId id="267" r:id="rId13"/>
    <p:sldId id="268" r:id="rId14"/>
    <p:sldId id="271" r:id="rId15"/>
    <p:sldId id="272" r:id="rId16"/>
    <p:sldId id="432" r:id="rId17"/>
    <p:sldId id="273" r:id="rId18"/>
    <p:sldId id="274" r:id="rId19"/>
    <p:sldId id="275" r:id="rId20"/>
    <p:sldId id="428" r:id="rId21"/>
    <p:sldId id="429" r:id="rId22"/>
    <p:sldId id="430" r:id="rId23"/>
    <p:sldId id="433" r:id="rId24"/>
  </p:sldIdLst>
  <p:sldSz cx="12192000" cy="6858000"/>
  <p:notesSz cx="6783388" cy="9926638"/>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50" d="100"/>
          <a:sy n="150" d="100"/>
        </p:scale>
        <p:origin x="-846" y="-78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viewProps" Target="view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9E4624B3-26C4-4B5D-9B42-3B87ED089D25}"/>
              </a:ext>
            </a:extLst>
          </p:cNvPr>
          <p:cNvSpPr>
            <a:spLocks noGrp="1"/>
          </p:cNvSpPr>
          <p:nvPr>
            <p:ph type="ctrTitle"/>
          </p:nvPr>
        </p:nvSpPr>
        <p:spPr>
          <a:xfrm>
            <a:off x="1524000" y="1122363"/>
            <a:ext cx="9144000" cy="2387600"/>
          </a:xfrm>
        </p:spPr>
        <p:txBody>
          <a:bodyPr anchor="b"/>
          <a:lstStyle>
            <a:lvl1pPr algn="ctr">
              <a:defRPr sz="6000"/>
            </a:lvl1pPr>
          </a:lstStyle>
          <a:p>
            <a:r>
              <a:rPr lang="tr-TR"/>
              <a:t>Asıl başlık stilini düzenlemek için tıklayın</a:t>
            </a:r>
          </a:p>
        </p:txBody>
      </p:sp>
      <p:sp>
        <p:nvSpPr>
          <p:cNvPr id="3" name="Alt Başlık 2">
            <a:extLst>
              <a:ext uri="{FF2B5EF4-FFF2-40B4-BE49-F238E27FC236}">
                <a16:creationId xmlns:a16="http://schemas.microsoft.com/office/drawing/2014/main" id="{BCBF8C25-107D-4B31-97C4-4A4B437E70E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tr-TR"/>
              <a:t>Asıl alt başlık stilini düzenlemek için tıklayın</a:t>
            </a:r>
          </a:p>
        </p:txBody>
      </p:sp>
      <p:sp>
        <p:nvSpPr>
          <p:cNvPr id="4" name="Veri Yer Tutucusu 3">
            <a:extLst>
              <a:ext uri="{FF2B5EF4-FFF2-40B4-BE49-F238E27FC236}">
                <a16:creationId xmlns:a16="http://schemas.microsoft.com/office/drawing/2014/main" id="{6665A4E0-C843-4037-9A4D-E8882D332AAA}"/>
              </a:ext>
            </a:extLst>
          </p:cNvPr>
          <p:cNvSpPr>
            <a:spLocks noGrp="1"/>
          </p:cNvSpPr>
          <p:nvPr>
            <p:ph type="dt" sz="half" idx="10"/>
          </p:nvPr>
        </p:nvSpPr>
        <p:spPr/>
        <p:txBody>
          <a:bodyPr/>
          <a:lstStyle/>
          <a:p>
            <a:fld id="{276D8B4F-E8A0-4A17-8F5E-BDF608E33A24}" type="datetimeFigureOut">
              <a:rPr lang="tr-TR" smtClean="0"/>
              <a:t>15.11.2025</a:t>
            </a:fld>
            <a:endParaRPr lang="tr-TR"/>
          </a:p>
        </p:txBody>
      </p:sp>
      <p:sp>
        <p:nvSpPr>
          <p:cNvPr id="5" name="Alt Bilgi Yer Tutucusu 4">
            <a:extLst>
              <a:ext uri="{FF2B5EF4-FFF2-40B4-BE49-F238E27FC236}">
                <a16:creationId xmlns:a16="http://schemas.microsoft.com/office/drawing/2014/main" id="{1C0FD35B-446E-4FC7-80DB-0D8E1FE71EED}"/>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8FB52905-DAFD-429F-A61F-767D37C32F2F}"/>
              </a:ext>
            </a:extLst>
          </p:cNvPr>
          <p:cNvSpPr>
            <a:spLocks noGrp="1"/>
          </p:cNvSpPr>
          <p:nvPr>
            <p:ph type="sldNum" sz="quarter" idx="12"/>
          </p:nvPr>
        </p:nvSpPr>
        <p:spPr/>
        <p:txBody>
          <a:bodyPr/>
          <a:lstStyle/>
          <a:p>
            <a:fld id="{3DF5A307-E440-48E2-9D98-F3EACFFBF0F4}" type="slidenum">
              <a:rPr lang="tr-TR" smtClean="0"/>
              <a:t>‹#›</a:t>
            </a:fld>
            <a:endParaRPr lang="tr-TR"/>
          </a:p>
        </p:txBody>
      </p:sp>
    </p:spTree>
    <p:extLst>
      <p:ext uri="{BB962C8B-B14F-4D97-AF65-F5344CB8AC3E}">
        <p14:creationId xmlns:p14="http://schemas.microsoft.com/office/powerpoint/2010/main" val="1616236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3D73E23A-A873-4F19-9060-9B471E70668B}"/>
              </a:ext>
            </a:extLst>
          </p:cNvPr>
          <p:cNvSpPr>
            <a:spLocks noGrp="1"/>
          </p:cNvSpPr>
          <p:nvPr>
            <p:ph type="title"/>
          </p:nvPr>
        </p:nvSpPr>
        <p:spPr/>
        <p:txBody>
          <a:bodyPr/>
          <a:lstStyle/>
          <a:p>
            <a:r>
              <a:rPr lang="tr-TR"/>
              <a:t>Asıl başlık stilini düzenlemek için tıklayın</a:t>
            </a:r>
          </a:p>
        </p:txBody>
      </p:sp>
      <p:sp>
        <p:nvSpPr>
          <p:cNvPr id="3" name="İçerik Yer Tutucusu 2">
            <a:extLst>
              <a:ext uri="{FF2B5EF4-FFF2-40B4-BE49-F238E27FC236}">
                <a16:creationId xmlns:a16="http://schemas.microsoft.com/office/drawing/2014/main" id="{4C2AD86E-3F5C-468E-8258-4B1CE95FCCA0}"/>
              </a:ext>
            </a:extLst>
          </p:cNvPr>
          <p:cNvSpPr>
            <a:spLocks noGrp="1"/>
          </p:cNvSpPr>
          <p:nvPr>
            <p:ph idx="1"/>
          </p:nvPr>
        </p:nvSpPr>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3C51FB2D-6209-49C3-8195-CFBDBAD1F2C4}"/>
              </a:ext>
            </a:extLst>
          </p:cNvPr>
          <p:cNvSpPr>
            <a:spLocks noGrp="1"/>
          </p:cNvSpPr>
          <p:nvPr>
            <p:ph type="dt" sz="half" idx="10"/>
          </p:nvPr>
        </p:nvSpPr>
        <p:spPr/>
        <p:txBody>
          <a:bodyPr/>
          <a:lstStyle/>
          <a:p>
            <a:fld id="{276D8B4F-E8A0-4A17-8F5E-BDF608E33A24}" type="datetimeFigureOut">
              <a:rPr lang="tr-TR" smtClean="0"/>
              <a:t>15.11.2025</a:t>
            </a:fld>
            <a:endParaRPr lang="tr-TR"/>
          </a:p>
        </p:txBody>
      </p:sp>
      <p:sp>
        <p:nvSpPr>
          <p:cNvPr id="5" name="Alt Bilgi Yer Tutucusu 4">
            <a:extLst>
              <a:ext uri="{FF2B5EF4-FFF2-40B4-BE49-F238E27FC236}">
                <a16:creationId xmlns:a16="http://schemas.microsoft.com/office/drawing/2014/main" id="{2711D16F-C002-421A-B42D-7A0A97621CD8}"/>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CE104F15-AF50-408E-A223-4477C12B42ED}"/>
              </a:ext>
            </a:extLst>
          </p:cNvPr>
          <p:cNvSpPr>
            <a:spLocks noGrp="1"/>
          </p:cNvSpPr>
          <p:nvPr>
            <p:ph type="sldNum" sz="quarter" idx="12"/>
          </p:nvPr>
        </p:nvSpPr>
        <p:spPr/>
        <p:txBody>
          <a:bodyPr/>
          <a:lstStyle/>
          <a:p>
            <a:fld id="{3DF5A307-E440-48E2-9D98-F3EACFFBF0F4}" type="slidenum">
              <a:rPr lang="tr-TR" smtClean="0"/>
              <a:t>‹#›</a:t>
            </a:fld>
            <a:endParaRPr lang="tr-TR"/>
          </a:p>
        </p:txBody>
      </p:sp>
    </p:spTree>
    <p:extLst>
      <p:ext uri="{BB962C8B-B14F-4D97-AF65-F5344CB8AC3E}">
        <p14:creationId xmlns:p14="http://schemas.microsoft.com/office/powerpoint/2010/main" val="843172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 Bilgisi">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955B7DA5-741A-43D1-B97B-A3B1E86E271D}"/>
              </a:ext>
            </a:extLst>
          </p:cNvPr>
          <p:cNvSpPr>
            <a:spLocks noGrp="1"/>
          </p:cNvSpPr>
          <p:nvPr>
            <p:ph type="title"/>
          </p:nvPr>
        </p:nvSpPr>
        <p:spPr>
          <a:xfrm>
            <a:off x="831850" y="1709738"/>
            <a:ext cx="10515600" cy="2852737"/>
          </a:xfrm>
        </p:spPr>
        <p:txBody>
          <a:bodyPr anchor="b"/>
          <a:lstStyle>
            <a:lvl1pPr>
              <a:defRPr sz="6000"/>
            </a:lvl1pPr>
          </a:lstStyle>
          <a:p>
            <a:r>
              <a:rPr lang="tr-TR"/>
              <a:t>Asıl başlık stilini düzenlemek için tıklayın</a:t>
            </a:r>
          </a:p>
        </p:txBody>
      </p:sp>
      <p:sp>
        <p:nvSpPr>
          <p:cNvPr id="3" name="Metin Yer Tutucusu 2">
            <a:extLst>
              <a:ext uri="{FF2B5EF4-FFF2-40B4-BE49-F238E27FC236}">
                <a16:creationId xmlns:a16="http://schemas.microsoft.com/office/drawing/2014/main" id="{850DE460-E99F-4E8F-B42A-F9C2053B894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tr-TR"/>
              <a:t>Asıl metin stillerini düzenlemek için tıklayın</a:t>
            </a:r>
          </a:p>
        </p:txBody>
      </p:sp>
      <p:sp>
        <p:nvSpPr>
          <p:cNvPr id="4" name="Veri Yer Tutucusu 3">
            <a:extLst>
              <a:ext uri="{FF2B5EF4-FFF2-40B4-BE49-F238E27FC236}">
                <a16:creationId xmlns:a16="http://schemas.microsoft.com/office/drawing/2014/main" id="{64EF20AF-790F-4AFB-9CFD-5E1C9F251A1E}"/>
              </a:ext>
            </a:extLst>
          </p:cNvPr>
          <p:cNvSpPr>
            <a:spLocks noGrp="1"/>
          </p:cNvSpPr>
          <p:nvPr>
            <p:ph type="dt" sz="half" idx="10"/>
          </p:nvPr>
        </p:nvSpPr>
        <p:spPr/>
        <p:txBody>
          <a:bodyPr/>
          <a:lstStyle/>
          <a:p>
            <a:fld id="{276D8B4F-E8A0-4A17-8F5E-BDF608E33A24}" type="datetimeFigureOut">
              <a:rPr lang="tr-TR" smtClean="0"/>
              <a:t>15.11.2025</a:t>
            </a:fld>
            <a:endParaRPr lang="tr-TR"/>
          </a:p>
        </p:txBody>
      </p:sp>
      <p:sp>
        <p:nvSpPr>
          <p:cNvPr id="5" name="Alt Bilgi Yer Tutucusu 4">
            <a:extLst>
              <a:ext uri="{FF2B5EF4-FFF2-40B4-BE49-F238E27FC236}">
                <a16:creationId xmlns:a16="http://schemas.microsoft.com/office/drawing/2014/main" id="{831C5653-8226-42A7-8203-213924D89CD8}"/>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0D6FABD9-542F-4A44-95DD-9159866E56A9}"/>
              </a:ext>
            </a:extLst>
          </p:cNvPr>
          <p:cNvSpPr>
            <a:spLocks noGrp="1"/>
          </p:cNvSpPr>
          <p:nvPr>
            <p:ph type="sldNum" sz="quarter" idx="12"/>
          </p:nvPr>
        </p:nvSpPr>
        <p:spPr/>
        <p:txBody>
          <a:bodyPr/>
          <a:lstStyle/>
          <a:p>
            <a:fld id="{3DF5A307-E440-48E2-9D98-F3EACFFBF0F4}" type="slidenum">
              <a:rPr lang="tr-TR" smtClean="0"/>
              <a:t>‹#›</a:t>
            </a:fld>
            <a:endParaRPr lang="tr-TR"/>
          </a:p>
        </p:txBody>
      </p:sp>
    </p:spTree>
    <p:extLst>
      <p:ext uri="{BB962C8B-B14F-4D97-AF65-F5344CB8AC3E}">
        <p14:creationId xmlns:p14="http://schemas.microsoft.com/office/powerpoint/2010/main" val="30410112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27F945BE-4A19-4923-9163-DBFD8FAC0871}"/>
              </a:ext>
            </a:extLst>
          </p:cNvPr>
          <p:cNvSpPr>
            <a:spLocks noGrp="1"/>
          </p:cNvSpPr>
          <p:nvPr>
            <p:ph type="title"/>
          </p:nvPr>
        </p:nvSpPr>
        <p:spPr/>
        <p:txBody>
          <a:bodyPr/>
          <a:lstStyle/>
          <a:p>
            <a:r>
              <a:rPr lang="tr-TR"/>
              <a:t>Asıl başlık stilini düzenlemek için tıklayın</a:t>
            </a:r>
          </a:p>
        </p:txBody>
      </p:sp>
      <p:sp>
        <p:nvSpPr>
          <p:cNvPr id="3" name="İçerik Yer Tutucusu 2">
            <a:extLst>
              <a:ext uri="{FF2B5EF4-FFF2-40B4-BE49-F238E27FC236}">
                <a16:creationId xmlns:a16="http://schemas.microsoft.com/office/drawing/2014/main" id="{1B07F955-B6E0-4555-BC73-7B61EB1278B1}"/>
              </a:ext>
            </a:extLst>
          </p:cNvPr>
          <p:cNvSpPr>
            <a:spLocks noGrp="1"/>
          </p:cNvSpPr>
          <p:nvPr>
            <p:ph sz="half" idx="1"/>
          </p:nvPr>
        </p:nvSpPr>
        <p:spPr>
          <a:xfrm>
            <a:off x="838200" y="1825625"/>
            <a:ext cx="5181600" cy="435133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İçerik Yer Tutucusu 3">
            <a:extLst>
              <a:ext uri="{FF2B5EF4-FFF2-40B4-BE49-F238E27FC236}">
                <a16:creationId xmlns:a16="http://schemas.microsoft.com/office/drawing/2014/main" id="{B078DD61-EAB7-4CC0-96F9-66B6AB37D2DA}"/>
              </a:ext>
            </a:extLst>
          </p:cNvPr>
          <p:cNvSpPr>
            <a:spLocks noGrp="1"/>
          </p:cNvSpPr>
          <p:nvPr>
            <p:ph sz="half" idx="2"/>
          </p:nvPr>
        </p:nvSpPr>
        <p:spPr>
          <a:xfrm>
            <a:off x="6172200" y="1825625"/>
            <a:ext cx="5181600" cy="435133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5" name="Veri Yer Tutucusu 4">
            <a:extLst>
              <a:ext uri="{FF2B5EF4-FFF2-40B4-BE49-F238E27FC236}">
                <a16:creationId xmlns:a16="http://schemas.microsoft.com/office/drawing/2014/main" id="{890D1C9C-5ED1-45BD-9897-A88C2679CD7D}"/>
              </a:ext>
            </a:extLst>
          </p:cNvPr>
          <p:cNvSpPr>
            <a:spLocks noGrp="1"/>
          </p:cNvSpPr>
          <p:nvPr>
            <p:ph type="dt" sz="half" idx="10"/>
          </p:nvPr>
        </p:nvSpPr>
        <p:spPr/>
        <p:txBody>
          <a:bodyPr/>
          <a:lstStyle/>
          <a:p>
            <a:fld id="{276D8B4F-E8A0-4A17-8F5E-BDF608E33A24}" type="datetimeFigureOut">
              <a:rPr lang="tr-TR" smtClean="0"/>
              <a:t>15.11.2025</a:t>
            </a:fld>
            <a:endParaRPr lang="tr-TR"/>
          </a:p>
        </p:txBody>
      </p:sp>
      <p:sp>
        <p:nvSpPr>
          <p:cNvPr id="6" name="Alt Bilgi Yer Tutucusu 5">
            <a:extLst>
              <a:ext uri="{FF2B5EF4-FFF2-40B4-BE49-F238E27FC236}">
                <a16:creationId xmlns:a16="http://schemas.microsoft.com/office/drawing/2014/main" id="{88AE882F-4028-4E77-B725-D2E73AA49D8C}"/>
              </a:ext>
            </a:extLst>
          </p:cNvPr>
          <p:cNvSpPr>
            <a:spLocks noGrp="1"/>
          </p:cNvSpPr>
          <p:nvPr>
            <p:ph type="ftr" sz="quarter" idx="11"/>
          </p:nvPr>
        </p:nvSpPr>
        <p:spPr/>
        <p:txBody>
          <a:bodyPr/>
          <a:lstStyle/>
          <a:p>
            <a:endParaRPr lang="tr-TR"/>
          </a:p>
        </p:txBody>
      </p:sp>
      <p:sp>
        <p:nvSpPr>
          <p:cNvPr id="7" name="Slayt Numarası Yer Tutucusu 6">
            <a:extLst>
              <a:ext uri="{FF2B5EF4-FFF2-40B4-BE49-F238E27FC236}">
                <a16:creationId xmlns:a16="http://schemas.microsoft.com/office/drawing/2014/main" id="{15DB1881-DCF7-47BC-A369-B40FC814FDE2}"/>
              </a:ext>
            </a:extLst>
          </p:cNvPr>
          <p:cNvSpPr>
            <a:spLocks noGrp="1"/>
          </p:cNvSpPr>
          <p:nvPr>
            <p:ph type="sldNum" sz="quarter" idx="12"/>
          </p:nvPr>
        </p:nvSpPr>
        <p:spPr/>
        <p:txBody>
          <a:bodyPr/>
          <a:lstStyle/>
          <a:p>
            <a:fld id="{3DF5A307-E440-48E2-9D98-F3EACFFBF0F4}" type="slidenum">
              <a:rPr lang="tr-TR" smtClean="0"/>
              <a:t>‹#›</a:t>
            </a:fld>
            <a:endParaRPr lang="tr-TR"/>
          </a:p>
        </p:txBody>
      </p:sp>
    </p:spTree>
    <p:extLst>
      <p:ext uri="{BB962C8B-B14F-4D97-AF65-F5344CB8AC3E}">
        <p14:creationId xmlns:p14="http://schemas.microsoft.com/office/powerpoint/2010/main" val="832521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66F60959-F641-4F02-9643-2A89737B12E6}"/>
              </a:ext>
            </a:extLst>
          </p:cNvPr>
          <p:cNvSpPr>
            <a:spLocks noGrp="1"/>
          </p:cNvSpPr>
          <p:nvPr>
            <p:ph type="title"/>
          </p:nvPr>
        </p:nvSpPr>
        <p:spPr>
          <a:xfrm>
            <a:off x="839788" y="365125"/>
            <a:ext cx="10515600" cy="1325563"/>
          </a:xfrm>
        </p:spPr>
        <p:txBody>
          <a:bodyPr/>
          <a:lstStyle/>
          <a:p>
            <a:r>
              <a:rPr lang="tr-TR"/>
              <a:t>Asıl başlık stilini düzenlemek için tıklayın</a:t>
            </a:r>
          </a:p>
        </p:txBody>
      </p:sp>
      <p:sp>
        <p:nvSpPr>
          <p:cNvPr id="3" name="Metin Yer Tutucusu 2">
            <a:extLst>
              <a:ext uri="{FF2B5EF4-FFF2-40B4-BE49-F238E27FC236}">
                <a16:creationId xmlns:a16="http://schemas.microsoft.com/office/drawing/2014/main" id="{F80C6C35-FDE3-4A55-B244-82A43D420C1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4" name="İçerik Yer Tutucusu 3">
            <a:extLst>
              <a:ext uri="{FF2B5EF4-FFF2-40B4-BE49-F238E27FC236}">
                <a16:creationId xmlns:a16="http://schemas.microsoft.com/office/drawing/2014/main" id="{F2F91B88-A8F1-49AE-B863-A48F13F64961}"/>
              </a:ext>
            </a:extLst>
          </p:cNvPr>
          <p:cNvSpPr>
            <a:spLocks noGrp="1"/>
          </p:cNvSpPr>
          <p:nvPr>
            <p:ph sz="half" idx="2"/>
          </p:nvPr>
        </p:nvSpPr>
        <p:spPr>
          <a:xfrm>
            <a:off x="839788" y="2505075"/>
            <a:ext cx="5157787" cy="368458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5" name="Metin Yer Tutucusu 4">
            <a:extLst>
              <a:ext uri="{FF2B5EF4-FFF2-40B4-BE49-F238E27FC236}">
                <a16:creationId xmlns:a16="http://schemas.microsoft.com/office/drawing/2014/main" id="{F96A7541-CBF9-4D98-8C02-C022652B9FF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6" name="İçerik Yer Tutucusu 5">
            <a:extLst>
              <a:ext uri="{FF2B5EF4-FFF2-40B4-BE49-F238E27FC236}">
                <a16:creationId xmlns:a16="http://schemas.microsoft.com/office/drawing/2014/main" id="{6D84E10A-695B-4143-B1F5-A2BCEE7C6DF2}"/>
              </a:ext>
            </a:extLst>
          </p:cNvPr>
          <p:cNvSpPr>
            <a:spLocks noGrp="1"/>
          </p:cNvSpPr>
          <p:nvPr>
            <p:ph sz="quarter" idx="4"/>
          </p:nvPr>
        </p:nvSpPr>
        <p:spPr>
          <a:xfrm>
            <a:off x="6172200" y="2505075"/>
            <a:ext cx="5183188" cy="368458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7" name="Veri Yer Tutucusu 6">
            <a:extLst>
              <a:ext uri="{FF2B5EF4-FFF2-40B4-BE49-F238E27FC236}">
                <a16:creationId xmlns:a16="http://schemas.microsoft.com/office/drawing/2014/main" id="{53737360-13C1-41D1-BEA3-9D1F4ABC0082}"/>
              </a:ext>
            </a:extLst>
          </p:cNvPr>
          <p:cNvSpPr>
            <a:spLocks noGrp="1"/>
          </p:cNvSpPr>
          <p:nvPr>
            <p:ph type="dt" sz="half" idx="10"/>
          </p:nvPr>
        </p:nvSpPr>
        <p:spPr/>
        <p:txBody>
          <a:bodyPr/>
          <a:lstStyle/>
          <a:p>
            <a:fld id="{276D8B4F-E8A0-4A17-8F5E-BDF608E33A24}" type="datetimeFigureOut">
              <a:rPr lang="tr-TR" smtClean="0"/>
              <a:t>15.11.2025</a:t>
            </a:fld>
            <a:endParaRPr lang="tr-TR"/>
          </a:p>
        </p:txBody>
      </p:sp>
      <p:sp>
        <p:nvSpPr>
          <p:cNvPr id="8" name="Alt Bilgi Yer Tutucusu 7">
            <a:extLst>
              <a:ext uri="{FF2B5EF4-FFF2-40B4-BE49-F238E27FC236}">
                <a16:creationId xmlns:a16="http://schemas.microsoft.com/office/drawing/2014/main" id="{788F4F90-EBFA-46A7-A43C-C5C0F95391CA}"/>
              </a:ext>
            </a:extLst>
          </p:cNvPr>
          <p:cNvSpPr>
            <a:spLocks noGrp="1"/>
          </p:cNvSpPr>
          <p:nvPr>
            <p:ph type="ftr" sz="quarter" idx="11"/>
          </p:nvPr>
        </p:nvSpPr>
        <p:spPr/>
        <p:txBody>
          <a:bodyPr/>
          <a:lstStyle/>
          <a:p>
            <a:endParaRPr lang="tr-TR"/>
          </a:p>
        </p:txBody>
      </p:sp>
      <p:sp>
        <p:nvSpPr>
          <p:cNvPr id="9" name="Slayt Numarası Yer Tutucusu 8">
            <a:extLst>
              <a:ext uri="{FF2B5EF4-FFF2-40B4-BE49-F238E27FC236}">
                <a16:creationId xmlns:a16="http://schemas.microsoft.com/office/drawing/2014/main" id="{6A876DE7-873C-4B64-9F9A-D74207677F6A}"/>
              </a:ext>
            </a:extLst>
          </p:cNvPr>
          <p:cNvSpPr>
            <a:spLocks noGrp="1"/>
          </p:cNvSpPr>
          <p:nvPr>
            <p:ph type="sldNum" sz="quarter" idx="12"/>
          </p:nvPr>
        </p:nvSpPr>
        <p:spPr/>
        <p:txBody>
          <a:bodyPr/>
          <a:lstStyle/>
          <a:p>
            <a:fld id="{3DF5A307-E440-48E2-9D98-F3EACFFBF0F4}" type="slidenum">
              <a:rPr lang="tr-TR" smtClean="0"/>
              <a:t>‹#›</a:t>
            </a:fld>
            <a:endParaRPr lang="tr-TR"/>
          </a:p>
        </p:txBody>
      </p:sp>
    </p:spTree>
    <p:extLst>
      <p:ext uri="{BB962C8B-B14F-4D97-AF65-F5344CB8AC3E}">
        <p14:creationId xmlns:p14="http://schemas.microsoft.com/office/powerpoint/2010/main" val="24280320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B832C24E-D440-4286-9795-D7A7FE2CE326}"/>
              </a:ext>
            </a:extLst>
          </p:cNvPr>
          <p:cNvSpPr>
            <a:spLocks noGrp="1"/>
          </p:cNvSpPr>
          <p:nvPr>
            <p:ph type="title"/>
          </p:nvPr>
        </p:nvSpPr>
        <p:spPr/>
        <p:txBody>
          <a:bodyPr/>
          <a:lstStyle/>
          <a:p>
            <a:r>
              <a:rPr lang="tr-TR"/>
              <a:t>Asıl başlık stilini düzenlemek için tıklayın</a:t>
            </a:r>
          </a:p>
        </p:txBody>
      </p:sp>
      <p:sp>
        <p:nvSpPr>
          <p:cNvPr id="3" name="Veri Yer Tutucusu 2">
            <a:extLst>
              <a:ext uri="{FF2B5EF4-FFF2-40B4-BE49-F238E27FC236}">
                <a16:creationId xmlns:a16="http://schemas.microsoft.com/office/drawing/2014/main" id="{3F3C46F5-40B5-4F28-922F-007E2E101E8C}"/>
              </a:ext>
            </a:extLst>
          </p:cNvPr>
          <p:cNvSpPr>
            <a:spLocks noGrp="1"/>
          </p:cNvSpPr>
          <p:nvPr>
            <p:ph type="dt" sz="half" idx="10"/>
          </p:nvPr>
        </p:nvSpPr>
        <p:spPr/>
        <p:txBody>
          <a:bodyPr/>
          <a:lstStyle/>
          <a:p>
            <a:fld id="{276D8B4F-E8A0-4A17-8F5E-BDF608E33A24}" type="datetimeFigureOut">
              <a:rPr lang="tr-TR" smtClean="0"/>
              <a:t>15.11.2025</a:t>
            </a:fld>
            <a:endParaRPr lang="tr-TR"/>
          </a:p>
        </p:txBody>
      </p:sp>
      <p:sp>
        <p:nvSpPr>
          <p:cNvPr id="4" name="Alt Bilgi Yer Tutucusu 3">
            <a:extLst>
              <a:ext uri="{FF2B5EF4-FFF2-40B4-BE49-F238E27FC236}">
                <a16:creationId xmlns:a16="http://schemas.microsoft.com/office/drawing/2014/main" id="{127F92CD-4908-4449-9F1A-A3A1E4CC466D}"/>
              </a:ext>
            </a:extLst>
          </p:cNvPr>
          <p:cNvSpPr>
            <a:spLocks noGrp="1"/>
          </p:cNvSpPr>
          <p:nvPr>
            <p:ph type="ftr" sz="quarter" idx="11"/>
          </p:nvPr>
        </p:nvSpPr>
        <p:spPr/>
        <p:txBody>
          <a:bodyPr/>
          <a:lstStyle/>
          <a:p>
            <a:endParaRPr lang="tr-TR"/>
          </a:p>
        </p:txBody>
      </p:sp>
      <p:sp>
        <p:nvSpPr>
          <p:cNvPr id="5" name="Slayt Numarası Yer Tutucusu 4">
            <a:extLst>
              <a:ext uri="{FF2B5EF4-FFF2-40B4-BE49-F238E27FC236}">
                <a16:creationId xmlns:a16="http://schemas.microsoft.com/office/drawing/2014/main" id="{B140B53C-5557-4849-B79A-0C111BFCB8B9}"/>
              </a:ext>
            </a:extLst>
          </p:cNvPr>
          <p:cNvSpPr>
            <a:spLocks noGrp="1"/>
          </p:cNvSpPr>
          <p:nvPr>
            <p:ph type="sldNum" sz="quarter" idx="12"/>
          </p:nvPr>
        </p:nvSpPr>
        <p:spPr/>
        <p:txBody>
          <a:bodyPr/>
          <a:lstStyle/>
          <a:p>
            <a:fld id="{3DF5A307-E440-48E2-9D98-F3EACFFBF0F4}" type="slidenum">
              <a:rPr lang="tr-TR" smtClean="0"/>
              <a:t>‹#›</a:t>
            </a:fld>
            <a:endParaRPr lang="tr-TR"/>
          </a:p>
        </p:txBody>
      </p:sp>
    </p:spTree>
    <p:extLst>
      <p:ext uri="{BB962C8B-B14F-4D97-AF65-F5344CB8AC3E}">
        <p14:creationId xmlns:p14="http://schemas.microsoft.com/office/powerpoint/2010/main" val="1286299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Veri Yer Tutucusu 1">
            <a:extLst>
              <a:ext uri="{FF2B5EF4-FFF2-40B4-BE49-F238E27FC236}">
                <a16:creationId xmlns:a16="http://schemas.microsoft.com/office/drawing/2014/main" id="{AFC11E92-38AF-4108-86E9-2BFF52EBAEA6}"/>
              </a:ext>
            </a:extLst>
          </p:cNvPr>
          <p:cNvSpPr>
            <a:spLocks noGrp="1"/>
          </p:cNvSpPr>
          <p:nvPr>
            <p:ph type="dt" sz="half" idx="10"/>
          </p:nvPr>
        </p:nvSpPr>
        <p:spPr/>
        <p:txBody>
          <a:bodyPr/>
          <a:lstStyle/>
          <a:p>
            <a:fld id="{276D8B4F-E8A0-4A17-8F5E-BDF608E33A24}" type="datetimeFigureOut">
              <a:rPr lang="tr-TR" smtClean="0"/>
              <a:t>15.11.2025</a:t>
            </a:fld>
            <a:endParaRPr lang="tr-TR"/>
          </a:p>
        </p:txBody>
      </p:sp>
      <p:sp>
        <p:nvSpPr>
          <p:cNvPr id="3" name="Alt Bilgi Yer Tutucusu 2">
            <a:extLst>
              <a:ext uri="{FF2B5EF4-FFF2-40B4-BE49-F238E27FC236}">
                <a16:creationId xmlns:a16="http://schemas.microsoft.com/office/drawing/2014/main" id="{CC33D741-24B4-4FEF-966F-811CCBBE9149}"/>
              </a:ext>
            </a:extLst>
          </p:cNvPr>
          <p:cNvSpPr>
            <a:spLocks noGrp="1"/>
          </p:cNvSpPr>
          <p:nvPr>
            <p:ph type="ftr" sz="quarter" idx="11"/>
          </p:nvPr>
        </p:nvSpPr>
        <p:spPr/>
        <p:txBody>
          <a:bodyPr/>
          <a:lstStyle/>
          <a:p>
            <a:endParaRPr lang="tr-TR"/>
          </a:p>
        </p:txBody>
      </p:sp>
      <p:sp>
        <p:nvSpPr>
          <p:cNvPr id="4" name="Slayt Numarası Yer Tutucusu 3">
            <a:extLst>
              <a:ext uri="{FF2B5EF4-FFF2-40B4-BE49-F238E27FC236}">
                <a16:creationId xmlns:a16="http://schemas.microsoft.com/office/drawing/2014/main" id="{08B810AD-1A33-4AC8-A503-852B19B69A63}"/>
              </a:ext>
            </a:extLst>
          </p:cNvPr>
          <p:cNvSpPr>
            <a:spLocks noGrp="1"/>
          </p:cNvSpPr>
          <p:nvPr>
            <p:ph type="sldNum" sz="quarter" idx="12"/>
          </p:nvPr>
        </p:nvSpPr>
        <p:spPr/>
        <p:txBody>
          <a:bodyPr/>
          <a:lstStyle/>
          <a:p>
            <a:fld id="{3DF5A307-E440-48E2-9D98-F3EACFFBF0F4}" type="slidenum">
              <a:rPr lang="tr-TR" smtClean="0"/>
              <a:t>‹#›</a:t>
            </a:fld>
            <a:endParaRPr lang="tr-TR"/>
          </a:p>
        </p:txBody>
      </p:sp>
    </p:spTree>
    <p:extLst>
      <p:ext uri="{BB962C8B-B14F-4D97-AF65-F5344CB8AC3E}">
        <p14:creationId xmlns:p14="http://schemas.microsoft.com/office/powerpoint/2010/main" val="18992091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996C94F1-2C24-4B41-B2C9-B249EC9025CB}"/>
              </a:ext>
            </a:extLst>
          </p:cNvPr>
          <p:cNvSpPr>
            <a:spLocks noGrp="1"/>
          </p:cNvSpPr>
          <p:nvPr>
            <p:ph type="title"/>
          </p:nvPr>
        </p:nvSpPr>
        <p:spPr>
          <a:xfrm>
            <a:off x="839788" y="457200"/>
            <a:ext cx="3932237" cy="1600200"/>
          </a:xfrm>
        </p:spPr>
        <p:txBody>
          <a:bodyPr anchor="b"/>
          <a:lstStyle>
            <a:lvl1pPr>
              <a:defRPr sz="3200"/>
            </a:lvl1pPr>
          </a:lstStyle>
          <a:p>
            <a:r>
              <a:rPr lang="tr-TR"/>
              <a:t>Asıl başlık stilini düzenlemek için tıklayın</a:t>
            </a:r>
          </a:p>
        </p:txBody>
      </p:sp>
      <p:sp>
        <p:nvSpPr>
          <p:cNvPr id="3" name="İçerik Yer Tutucusu 2">
            <a:extLst>
              <a:ext uri="{FF2B5EF4-FFF2-40B4-BE49-F238E27FC236}">
                <a16:creationId xmlns:a16="http://schemas.microsoft.com/office/drawing/2014/main" id="{DEE6092B-9F29-457C-A10A-90A87C501D4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Metin Yer Tutucusu 3">
            <a:extLst>
              <a:ext uri="{FF2B5EF4-FFF2-40B4-BE49-F238E27FC236}">
                <a16:creationId xmlns:a16="http://schemas.microsoft.com/office/drawing/2014/main" id="{C5383BC1-3D7E-460A-BB1E-6158F0FE125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Veri Yer Tutucusu 4">
            <a:extLst>
              <a:ext uri="{FF2B5EF4-FFF2-40B4-BE49-F238E27FC236}">
                <a16:creationId xmlns:a16="http://schemas.microsoft.com/office/drawing/2014/main" id="{CA1D0386-CB3A-4BF6-B47C-860BA0C8C527}"/>
              </a:ext>
            </a:extLst>
          </p:cNvPr>
          <p:cNvSpPr>
            <a:spLocks noGrp="1"/>
          </p:cNvSpPr>
          <p:nvPr>
            <p:ph type="dt" sz="half" idx="10"/>
          </p:nvPr>
        </p:nvSpPr>
        <p:spPr/>
        <p:txBody>
          <a:bodyPr/>
          <a:lstStyle/>
          <a:p>
            <a:fld id="{276D8B4F-E8A0-4A17-8F5E-BDF608E33A24}" type="datetimeFigureOut">
              <a:rPr lang="tr-TR" smtClean="0"/>
              <a:t>15.11.2025</a:t>
            </a:fld>
            <a:endParaRPr lang="tr-TR"/>
          </a:p>
        </p:txBody>
      </p:sp>
      <p:sp>
        <p:nvSpPr>
          <p:cNvPr id="6" name="Alt Bilgi Yer Tutucusu 5">
            <a:extLst>
              <a:ext uri="{FF2B5EF4-FFF2-40B4-BE49-F238E27FC236}">
                <a16:creationId xmlns:a16="http://schemas.microsoft.com/office/drawing/2014/main" id="{33B8C1D4-BB9A-465E-9A80-5934D2AD46B9}"/>
              </a:ext>
            </a:extLst>
          </p:cNvPr>
          <p:cNvSpPr>
            <a:spLocks noGrp="1"/>
          </p:cNvSpPr>
          <p:nvPr>
            <p:ph type="ftr" sz="quarter" idx="11"/>
          </p:nvPr>
        </p:nvSpPr>
        <p:spPr/>
        <p:txBody>
          <a:bodyPr/>
          <a:lstStyle/>
          <a:p>
            <a:endParaRPr lang="tr-TR"/>
          </a:p>
        </p:txBody>
      </p:sp>
      <p:sp>
        <p:nvSpPr>
          <p:cNvPr id="7" name="Slayt Numarası Yer Tutucusu 6">
            <a:extLst>
              <a:ext uri="{FF2B5EF4-FFF2-40B4-BE49-F238E27FC236}">
                <a16:creationId xmlns:a16="http://schemas.microsoft.com/office/drawing/2014/main" id="{56C4E7D6-CB45-4510-9CFD-AD1A084705C1}"/>
              </a:ext>
            </a:extLst>
          </p:cNvPr>
          <p:cNvSpPr>
            <a:spLocks noGrp="1"/>
          </p:cNvSpPr>
          <p:nvPr>
            <p:ph type="sldNum" sz="quarter" idx="12"/>
          </p:nvPr>
        </p:nvSpPr>
        <p:spPr/>
        <p:txBody>
          <a:bodyPr/>
          <a:lstStyle/>
          <a:p>
            <a:fld id="{3DF5A307-E440-48E2-9D98-F3EACFFBF0F4}" type="slidenum">
              <a:rPr lang="tr-TR" smtClean="0"/>
              <a:t>‹#›</a:t>
            </a:fld>
            <a:endParaRPr lang="tr-TR"/>
          </a:p>
        </p:txBody>
      </p:sp>
    </p:spTree>
    <p:extLst>
      <p:ext uri="{BB962C8B-B14F-4D97-AF65-F5344CB8AC3E}">
        <p14:creationId xmlns:p14="http://schemas.microsoft.com/office/powerpoint/2010/main" val="9544502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FC10A6CC-24DC-48F2-AAC3-2AB91F102237}"/>
              </a:ext>
            </a:extLst>
          </p:cNvPr>
          <p:cNvSpPr>
            <a:spLocks noGrp="1"/>
          </p:cNvSpPr>
          <p:nvPr>
            <p:ph type="title"/>
          </p:nvPr>
        </p:nvSpPr>
        <p:spPr>
          <a:xfrm>
            <a:off x="839788" y="457200"/>
            <a:ext cx="3932237" cy="1600200"/>
          </a:xfrm>
        </p:spPr>
        <p:txBody>
          <a:bodyPr anchor="b"/>
          <a:lstStyle>
            <a:lvl1pPr>
              <a:defRPr sz="3200"/>
            </a:lvl1pPr>
          </a:lstStyle>
          <a:p>
            <a:r>
              <a:rPr lang="tr-TR"/>
              <a:t>Asıl başlık stilini düzenlemek için tıklayın</a:t>
            </a:r>
          </a:p>
        </p:txBody>
      </p:sp>
      <p:sp>
        <p:nvSpPr>
          <p:cNvPr id="3" name="Resim Yer Tutucusu 2">
            <a:extLst>
              <a:ext uri="{FF2B5EF4-FFF2-40B4-BE49-F238E27FC236}">
                <a16:creationId xmlns:a16="http://schemas.microsoft.com/office/drawing/2014/main" id="{46F49B22-7ECE-4BA1-ACC6-5FACD4C21F8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r-TR"/>
          </a:p>
        </p:txBody>
      </p:sp>
      <p:sp>
        <p:nvSpPr>
          <p:cNvPr id="4" name="Metin Yer Tutucusu 3">
            <a:extLst>
              <a:ext uri="{FF2B5EF4-FFF2-40B4-BE49-F238E27FC236}">
                <a16:creationId xmlns:a16="http://schemas.microsoft.com/office/drawing/2014/main" id="{D98DEECD-ACEE-4455-8C6F-360964708A2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Veri Yer Tutucusu 4">
            <a:extLst>
              <a:ext uri="{FF2B5EF4-FFF2-40B4-BE49-F238E27FC236}">
                <a16:creationId xmlns:a16="http://schemas.microsoft.com/office/drawing/2014/main" id="{3822B91B-6067-4F48-B3D8-5F17F55E9C3E}"/>
              </a:ext>
            </a:extLst>
          </p:cNvPr>
          <p:cNvSpPr>
            <a:spLocks noGrp="1"/>
          </p:cNvSpPr>
          <p:nvPr>
            <p:ph type="dt" sz="half" idx="10"/>
          </p:nvPr>
        </p:nvSpPr>
        <p:spPr/>
        <p:txBody>
          <a:bodyPr/>
          <a:lstStyle/>
          <a:p>
            <a:fld id="{276D8B4F-E8A0-4A17-8F5E-BDF608E33A24}" type="datetimeFigureOut">
              <a:rPr lang="tr-TR" smtClean="0"/>
              <a:t>15.11.2025</a:t>
            </a:fld>
            <a:endParaRPr lang="tr-TR"/>
          </a:p>
        </p:txBody>
      </p:sp>
      <p:sp>
        <p:nvSpPr>
          <p:cNvPr id="6" name="Alt Bilgi Yer Tutucusu 5">
            <a:extLst>
              <a:ext uri="{FF2B5EF4-FFF2-40B4-BE49-F238E27FC236}">
                <a16:creationId xmlns:a16="http://schemas.microsoft.com/office/drawing/2014/main" id="{9F40E79F-F49F-4106-8D4E-C95AB745DE92}"/>
              </a:ext>
            </a:extLst>
          </p:cNvPr>
          <p:cNvSpPr>
            <a:spLocks noGrp="1"/>
          </p:cNvSpPr>
          <p:nvPr>
            <p:ph type="ftr" sz="quarter" idx="11"/>
          </p:nvPr>
        </p:nvSpPr>
        <p:spPr/>
        <p:txBody>
          <a:bodyPr/>
          <a:lstStyle/>
          <a:p>
            <a:endParaRPr lang="tr-TR"/>
          </a:p>
        </p:txBody>
      </p:sp>
      <p:sp>
        <p:nvSpPr>
          <p:cNvPr id="7" name="Slayt Numarası Yer Tutucusu 6">
            <a:extLst>
              <a:ext uri="{FF2B5EF4-FFF2-40B4-BE49-F238E27FC236}">
                <a16:creationId xmlns:a16="http://schemas.microsoft.com/office/drawing/2014/main" id="{F043FC8D-967E-4265-8472-F80B65B5F0D0}"/>
              </a:ext>
            </a:extLst>
          </p:cNvPr>
          <p:cNvSpPr>
            <a:spLocks noGrp="1"/>
          </p:cNvSpPr>
          <p:nvPr>
            <p:ph type="sldNum" sz="quarter" idx="12"/>
          </p:nvPr>
        </p:nvSpPr>
        <p:spPr/>
        <p:txBody>
          <a:bodyPr/>
          <a:lstStyle/>
          <a:p>
            <a:fld id="{3DF5A307-E440-48E2-9D98-F3EACFFBF0F4}" type="slidenum">
              <a:rPr lang="tr-TR" smtClean="0"/>
              <a:t>‹#›</a:t>
            </a:fld>
            <a:endParaRPr lang="tr-TR"/>
          </a:p>
        </p:txBody>
      </p:sp>
    </p:spTree>
    <p:extLst>
      <p:ext uri="{BB962C8B-B14F-4D97-AF65-F5344CB8AC3E}">
        <p14:creationId xmlns:p14="http://schemas.microsoft.com/office/powerpoint/2010/main" val="20732575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F8F17EAD-1536-486A-98BC-CE020698B3E6}"/>
              </a:ext>
            </a:extLst>
          </p:cNvPr>
          <p:cNvSpPr>
            <a:spLocks noGrp="1"/>
          </p:cNvSpPr>
          <p:nvPr>
            <p:ph type="title"/>
          </p:nvPr>
        </p:nvSpPr>
        <p:spPr/>
        <p:txBody>
          <a:bodyPr/>
          <a:lstStyle/>
          <a:p>
            <a:r>
              <a:rPr lang="tr-TR"/>
              <a:t>Asıl başlık stilini düzenlemek için tıklayın</a:t>
            </a:r>
          </a:p>
        </p:txBody>
      </p:sp>
      <p:sp>
        <p:nvSpPr>
          <p:cNvPr id="3" name="Dikey Metin Yer Tutucusu 2">
            <a:extLst>
              <a:ext uri="{FF2B5EF4-FFF2-40B4-BE49-F238E27FC236}">
                <a16:creationId xmlns:a16="http://schemas.microsoft.com/office/drawing/2014/main" id="{7A4C8900-D5D2-419D-B98A-501ADE768B8A}"/>
              </a:ext>
            </a:extLst>
          </p:cNvPr>
          <p:cNvSpPr>
            <a:spLocks noGrp="1"/>
          </p:cNvSpPr>
          <p:nvPr>
            <p:ph type="body" orient="vert" idx="1"/>
          </p:nvPr>
        </p:nvSpPr>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93D7EB88-A537-41C7-B055-450E9C10B20C}"/>
              </a:ext>
            </a:extLst>
          </p:cNvPr>
          <p:cNvSpPr>
            <a:spLocks noGrp="1"/>
          </p:cNvSpPr>
          <p:nvPr>
            <p:ph type="dt" sz="half" idx="10"/>
          </p:nvPr>
        </p:nvSpPr>
        <p:spPr/>
        <p:txBody>
          <a:bodyPr/>
          <a:lstStyle/>
          <a:p>
            <a:fld id="{276D8B4F-E8A0-4A17-8F5E-BDF608E33A24}" type="datetimeFigureOut">
              <a:rPr lang="tr-TR" smtClean="0"/>
              <a:t>15.11.2025</a:t>
            </a:fld>
            <a:endParaRPr lang="tr-TR"/>
          </a:p>
        </p:txBody>
      </p:sp>
      <p:sp>
        <p:nvSpPr>
          <p:cNvPr id="5" name="Alt Bilgi Yer Tutucusu 4">
            <a:extLst>
              <a:ext uri="{FF2B5EF4-FFF2-40B4-BE49-F238E27FC236}">
                <a16:creationId xmlns:a16="http://schemas.microsoft.com/office/drawing/2014/main" id="{32BD4161-0E18-4EA2-B512-61C9CA6853EB}"/>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D72F1FF7-D65D-4FDB-A297-2862762DF1E5}"/>
              </a:ext>
            </a:extLst>
          </p:cNvPr>
          <p:cNvSpPr>
            <a:spLocks noGrp="1"/>
          </p:cNvSpPr>
          <p:nvPr>
            <p:ph type="sldNum" sz="quarter" idx="12"/>
          </p:nvPr>
        </p:nvSpPr>
        <p:spPr/>
        <p:txBody>
          <a:bodyPr/>
          <a:lstStyle/>
          <a:p>
            <a:fld id="{3DF5A307-E440-48E2-9D98-F3EACFFBF0F4}" type="slidenum">
              <a:rPr lang="tr-TR" smtClean="0"/>
              <a:t>‹#›</a:t>
            </a:fld>
            <a:endParaRPr lang="tr-TR"/>
          </a:p>
        </p:txBody>
      </p:sp>
    </p:spTree>
    <p:extLst>
      <p:ext uri="{BB962C8B-B14F-4D97-AF65-F5344CB8AC3E}">
        <p14:creationId xmlns:p14="http://schemas.microsoft.com/office/powerpoint/2010/main" val="18469485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Dikey Başlık 1">
            <a:extLst>
              <a:ext uri="{FF2B5EF4-FFF2-40B4-BE49-F238E27FC236}">
                <a16:creationId xmlns:a16="http://schemas.microsoft.com/office/drawing/2014/main" id="{1827E4E7-5D1A-419F-A7ED-DD60825D7DA1}"/>
              </a:ext>
            </a:extLst>
          </p:cNvPr>
          <p:cNvSpPr>
            <a:spLocks noGrp="1"/>
          </p:cNvSpPr>
          <p:nvPr>
            <p:ph type="title" orient="vert"/>
          </p:nvPr>
        </p:nvSpPr>
        <p:spPr>
          <a:xfrm>
            <a:off x="8724900" y="365125"/>
            <a:ext cx="2628900" cy="5811838"/>
          </a:xfrm>
        </p:spPr>
        <p:txBody>
          <a:bodyPr vert="eaVert"/>
          <a:lstStyle/>
          <a:p>
            <a:r>
              <a:rPr lang="tr-TR"/>
              <a:t>Asıl başlık stilini düzenlemek için tıklayın</a:t>
            </a:r>
          </a:p>
        </p:txBody>
      </p:sp>
      <p:sp>
        <p:nvSpPr>
          <p:cNvPr id="3" name="Dikey Metin Yer Tutucusu 2">
            <a:extLst>
              <a:ext uri="{FF2B5EF4-FFF2-40B4-BE49-F238E27FC236}">
                <a16:creationId xmlns:a16="http://schemas.microsoft.com/office/drawing/2014/main" id="{D431746F-6B39-42D8-933C-F99DB9F4AD11}"/>
              </a:ext>
            </a:extLst>
          </p:cNvPr>
          <p:cNvSpPr>
            <a:spLocks noGrp="1"/>
          </p:cNvSpPr>
          <p:nvPr>
            <p:ph type="body" orient="vert" idx="1"/>
          </p:nvPr>
        </p:nvSpPr>
        <p:spPr>
          <a:xfrm>
            <a:off x="838200" y="365125"/>
            <a:ext cx="7734300" cy="5811838"/>
          </a:xfrm>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238B812D-8915-4486-81B9-78216E9BA55D}"/>
              </a:ext>
            </a:extLst>
          </p:cNvPr>
          <p:cNvSpPr>
            <a:spLocks noGrp="1"/>
          </p:cNvSpPr>
          <p:nvPr>
            <p:ph type="dt" sz="half" idx="10"/>
          </p:nvPr>
        </p:nvSpPr>
        <p:spPr/>
        <p:txBody>
          <a:bodyPr/>
          <a:lstStyle/>
          <a:p>
            <a:fld id="{276D8B4F-E8A0-4A17-8F5E-BDF608E33A24}" type="datetimeFigureOut">
              <a:rPr lang="tr-TR" smtClean="0"/>
              <a:t>15.11.2025</a:t>
            </a:fld>
            <a:endParaRPr lang="tr-TR"/>
          </a:p>
        </p:txBody>
      </p:sp>
      <p:sp>
        <p:nvSpPr>
          <p:cNvPr id="5" name="Alt Bilgi Yer Tutucusu 4">
            <a:extLst>
              <a:ext uri="{FF2B5EF4-FFF2-40B4-BE49-F238E27FC236}">
                <a16:creationId xmlns:a16="http://schemas.microsoft.com/office/drawing/2014/main" id="{3F4C4542-E78A-4C57-9F8C-4C62B2735CD5}"/>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F4E2D737-713C-474B-9EDB-BA4BB7AA4A37}"/>
              </a:ext>
            </a:extLst>
          </p:cNvPr>
          <p:cNvSpPr>
            <a:spLocks noGrp="1"/>
          </p:cNvSpPr>
          <p:nvPr>
            <p:ph type="sldNum" sz="quarter" idx="12"/>
          </p:nvPr>
        </p:nvSpPr>
        <p:spPr/>
        <p:txBody>
          <a:bodyPr/>
          <a:lstStyle/>
          <a:p>
            <a:fld id="{3DF5A307-E440-48E2-9D98-F3EACFFBF0F4}" type="slidenum">
              <a:rPr lang="tr-TR" smtClean="0"/>
              <a:t>‹#›</a:t>
            </a:fld>
            <a:endParaRPr lang="tr-TR"/>
          </a:p>
        </p:txBody>
      </p:sp>
    </p:spTree>
    <p:extLst>
      <p:ext uri="{BB962C8B-B14F-4D97-AF65-F5344CB8AC3E}">
        <p14:creationId xmlns:p14="http://schemas.microsoft.com/office/powerpoint/2010/main" val="15998151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ACE355BC-91D5-46F8-9998-295AE2F48232}" type="datetime1">
              <a:rPr lang="en-US" smtClean="0"/>
              <a:pPr/>
              <a:t>11/15/2025</a:t>
            </a:fld>
            <a:endParaRPr lang="en-US"/>
          </a:p>
        </p:txBody>
      </p:sp>
      <p:sp>
        <p:nvSpPr>
          <p:cNvPr id="5" name="Footer Placeholder 4"/>
          <p:cNvSpPr>
            <a:spLocks noGrp="1"/>
          </p:cNvSpPr>
          <p:nvPr>
            <p:ph type="ftr" sz="quarter" idx="11"/>
          </p:nvPr>
        </p:nvSpPr>
        <p:spPr/>
        <p:txBody>
          <a:bodyPr/>
          <a:lstStyle/>
          <a:p>
            <a:r>
              <a:rPr lang="en-US" dirty="0"/>
              <a:t>© 2016 Pearson Education, Ltd. All rights reserved.</a:t>
            </a:r>
          </a:p>
        </p:txBody>
      </p:sp>
      <p:sp>
        <p:nvSpPr>
          <p:cNvPr id="6" name="Slide Number Placeholder 5"/>
          <p:cNvSpPr>
            <a:spLocks noGrp="1"/>
          </p:cNvSpPr>
          <p:nvPr>
            <p:ph type="sldNum" sz="quarter" idx="12"/>
          </p:nvPr>
        </p:nvSpPr>
        <p:spPr/>
        <p:txBody>
          <a:bodyPr/>
          <a:lstStyle/>
          <a:p>
            <a:fld id="{C264BADE-5021-4CFA-8714-EDB9776AC128}" type="slidenum">
              <a:rPr lang="en-US" smtClean="0"/>
              <a:pPr/>
              <a:t>‹#›</a:t>
            </a:fld>
            <a:endParaRPr lang="en-US"/>
          </a:p>
        </p:txBody>
      </p:sp>
    </p:spTree>
    <p:extLst>
      <p:ext uri="{BB962C8B-B14F-4D97-AF65-F5344CB8AC3E}">
        <p14:creationId xmlns:p14="http://schemas.microsoft.com/office/powerpoint/2010/main" val="7320949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52D6ED8-9E61-47B2-9EB5-2416EC2922F2}" type="datetime1">
              <a:rPr lang="en-US" smtClean="0"/>
              <a:pPr/>
              <a:t>11/15/2025</a:t>
            </a:fld>
            <a:endParaRPr lang="en-US"/>
          </a:p>
        </p:txBody>
      </p:sp>
      <p:sp>
        <p:nvSpPr>
          <p:cNvPr id="5" name="Footer Placeholder 4"/>
          <p:cNvSpPr>
            <a:spLocks noGrp="1"/>
          </p:cNvSpPr>
          <p:nvPr>
            <p:ph type="ftr" sz="quarter" idx="11"/>
          </p:nvPr>
        </p:nvSpPr>
        <p:spPr/>
        <p:txBody>
          <a:bodyPr/>
          <a:lstStyle/>
          <a:p>
            <a:r>
              <a:rPr lang="en-US" dirty="0"/>
              <a:t>© 2016 Pearson Education, Ltd. All rights reserved.</a:t>
            </a:r>
          </a:p>
        </p:txBody>
      </p:sp>
      <p:sp>
        <p:nvSpPr>
          <p:cNvPr id="6" name="Slide Number Placeholder 5"/>
          <p:cNvSpPr>
            <a:spLocks noGrp="1"/>
          </p:cNvSpPr>
          <p:nvPr>
            <p:ph type="sldNum" sz="quarter" idx="12"/>
          </p:nvPr>
        </p:nvSpPr>
        <p:spPr/>
        <p:txBody>
          <a:bodyPr/>
          <a:lstStyle/>
          <a:p>
            <a:fld id="{C264BADE-5021-4CFA-8714-EDB9776AC128}" type="slidenum">
              <a:rPr lang="en-US" smtClean="0"/>
              <a:pPr/>
              <a:t>‹#›</a:t>
            </a:fld>
            <a:endParaRPr lang="en-US"/>
          </a:p>
        </p:txBody>
      </p:sp>
    </p:spTree>
    <p:extLst>
      <p:ext uri="{BB962C8B-B14F-4D97-AF65-F5344CB8AC3E}">
        <p14:creationId xmlns:p14="http://schemas.microsoft.com/office/powerpoint/2010/main" val="23950182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4334AD9-1E65-4A82-BFEF-B7F1E9897EF7}" type="datetime1">
              <a:rPr lang="en-US" smtClean="0"/>
              <a:pPr/>
              <a:t>11/15/2025</a:t>
            </a:fld>
            <a:endParaRPr lang="en-US"/>
          </a:p>
        </p:txBody>
      </p:sp>
      <p:sp>
        <p:nvSpPr>
          <p:cNvPr id="5" name="Footer Placeholder 4"/>
          <p:cNvSpPr>
            <a:spLocks noGrp="1"/>
          </p:cNvSpPr>
          <p:nvPr>
            <p:ph type="ftr" sz="quarter" idx="11"/>
          </p:nvPr>
        </p:nvSpPr>
        <p:spPr/>
        <p:txBody>
          <a:bodyPr/>
          <a:lstStyle/>
          <a:p>
            <a:r>
              <a:rPr lang="en-US" dirty="0"/>
              <a:t>© 2016 Pearson Education, Ltd. All rights reserved.</a:t>
            </a:r>
          </a:p>
        </p:txBody>
      </p:sp>
      <p:sp>
        <p:nvSpPr>
          <p:cNvPr id="6" name="Slide Number Placeholder 5"/>
          <p:cNvSpPr>
            <a:spLocks noGrp="1"/>
          </p:cNvSpPr>
          <p:nvPr>
            <p:ph type="sldNum" sz="quarter" idx="12"/>
          </p:nvPr>
        </p:nvSpPr>
        <p:spPr/>
        <p:txBody>
          <a:bodyPr/>
          <a:lstStyle/>
          <a:p>
            <a:fld id="{C264BADE-5021-4CFA-8714-EDB9776AC128}" type="slidenum">
              <a:rPr lang="en-US" smtClean="0"/>
              <a:pPr/>
              <a:t>‹#›</a:t>
            </a:fld>
            <a:endParaRPr lang="en-US"/>
          </a:p>
        </p:txBody>
      </p:sp>
    </p:spTree>
    <p:extLst>
      <p:ext uri="{BB962C8B-B14F-4D97-AF65-F5344CB8AC3E}">
        <p14:creationId xmlns:p14="http://schemas.microsoft.com/office/powerpoint/2010/main" val="423540351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F7A2B39-0D12-4EF1-8E76-C3956EC594B6}" type="datetime1">
              <a:rPr lang="en-US" smtClean="0"/>
              <a:pPr/>
              <a:t>11/15/2025</a:t>
            </a:fld>
            <a:endParaRPr lang="en-US"/>
          </a:p>
        </p:txBody>
      </p:sp>
      <p:sp>
        <p:nvSpPr>
          <p:cNvPr id="6" name="Footer Placeholder 5"/>
          <p:cNvSpPr>
            <a:spLocks noGrp="1"/>
          </p:cNvSpPr>
          <p:nvPr>
            <p:ph type="ftr" sz="quarter" idx="11"/>
          </p:nvPr>
        </p:nvSpPr>
        <p:spPr/>
        <p:txBody>
          <a:bodyPr/>
          <a:lstStyle/>
          <a:p>
            <a:r>
              <a:rPr lang="en-US" dirty="0"/>
              <a:t>© 2016 Pearson Education, Ltd. All rights reserved.</a:t>
            </a:r>
          </a:p>
        </p:txBody>
      </p:sp>
      <p:sp>
        <p:nvSpPr>
          <p:cNvPr id="7" name="Slide Number Placeholder 6"/>
          <p:cNvSpPr>
            <a:spLocks noGrp="1"/>
          </p:cNvSpPr>
          <p:nvPr>
            <p:ph type="sldNum" sz="quarter" idx="12"/>
          </p:nvPr>
        </p:nvSpPr>
        <p:spPr/>
        <p:txBody>
          <a:bodyPr/>
          <a:lstStyle/>
          <a:p>
            <a:fld id="{C264BADE-5021-4CFA-8714-EDB9776AC128}" type="slidenum">
              <a:rPr lang="en-US" smtClean="0"/>
              <a:pPr/>
              <a:t>‹#›</a:t>
            </a:fld>
            <a:endParaRPr lang="en-US"/>
          </a:p>
        </p:txBody>
      </p:sp>
    </p:spTree>
    <p:extLst>
      <p:ext uri="{BB962C8B-B14F-4D97-AF65-F5344CB8AC3E}">
        <p14:creationId xmlns:p14="http://schemas.microsoft.com/office/powerpoint/2010/main" val="337325564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1ECC176-1DD8-4396-B486-3972E0E11FF1}" type="datetime1">
              <a:rPr lang="en-US" smtClean="0"/>
              <a:pPr/>
              <a:t>11/15/2025</a:t>
            </a:fld>
            <a:endParaRPr lang="en-US"/>
          </a:p>
        </p:txBody>
      </p:sp>
      <p:sp>
        <p:nvSpPr>
          <p:cNvPr id="8" name="Footer Placeholder 7"/>
          <p:cNvSpPr>
            <a:spLocks noGrp="1"/>
          </p:cNvSpPr>
          <p:nvPr>
            <p:ph type="ftr" sz="quarter" idx="11"/>
          </p:nvPr>
        </p:nvSpPr>
        <p:spPr/>
        <p:txBody>
          <a:bodyPr/>
          <a:lstStyle/>
          <a:p>
            <a:r>
              <a:rPr lang="en-US" dirty="0"/>
              <a:t>© 2016 Pearson Education, Ltd. All rights reserved.</a:t>
            </a:r>
          </a:p>
        </p:txBody>
      </p:sp>
      <p:sp>
        <p:nvSpPr>
          <p:cNvPr id="9" name="Slide Number Placeholder 8"/>
          <p:cNvSpPr>
            <a:spLocks noGrp="1"/>
          </p:cNvSpPr>
          <p:nvPr>
            <p:ph type="sldNum" sz="quarter" idx="12"/>
          </p:nvPr>
        </p:nvSpPr>
        <p:spPr/>
        <p:txBody>
          <a:bodyPr/>
          <a:lstStyle/>
          <a:p>
            <a:fld id="{C264BADE-5021-4CFA-8714-EDB9776AC128}" type="slidenum">
              <a:rPr lang="en-US" smtClean="0"/>
              <a:pPr/>
              <a:t>‹#›</a:t>
            </a:fld>
            <a:endParaRPr lang="en-US"/>
          </a:p>
        </p:txBody>
      </p:sp>
    </p:spTree>
    <p:extLst>
      <p:ext uri="{BB962C8B-B14F-4D97-AF65-F5344CB8AC3E}">
        <p14:creationId xmlns:p14="http://schemas.microsoft.com/office/powerpoint/2010/main" val="297222293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2A59493-933B-40FF-BDF5-998F5D7C18B4}" type="datetime1">
              <a:rPr lang="en-US" smtClean="0"/>
              <a:pPr/>
              <a:t>11/15/2025</a:t>
            </a:fld>
            <a:endParaRPr lang="en-US"/>
          </a:p>
        </p:txBody>
      </p:sp>
      <p:sp>
        <p:nvSpPr>
          <p:cNvPr id="4" name="Footer Placeholder 3"/>
          <p:cNvSpPr>
            <a:spLocks noGrp="1"/>
          </p:cNvSpPr>
          <p:nvPr>
            <p:ph type="ftr" sz="quarter" idx="11"/>
          </p:nvPr>
        </p:nvSpPr>
        <p:spPr/>
        <p:txBody>
          <a:bodyPr/>
          <a:lstStyle/>
          <a:p>
            <a:r>
              <a:rPr lang="en-US" dirty="0"/>
              <a:t>© 2016 Pearson Education, Ltd. All rights reserved.</a:t>
            </a:r>
          </a:p>
        </p:txBody>
      </p:sp>
      <p:sp>
        <p:nvSpPr>
          <p:cNvPr id="5" name="Slide Number Placeholder 4"/>
          <p:cNvSpPr>
            <a:spLocks noGrp="1"/>
          </p:cNvSpPr>
          <p:nvPr>
            <p:ph type="sldNum" sz="quarter" idx="12"/>
          </p:nvPr>
        </p:nvSpPr>
        <p:spPr/>
        <p:txBody>
          <a:bodyPr/>
          <a:lstStyle/>
          <a:p>
            <a:fld id="{C264BADE-5021-4CFA-8714-EDB9776AC128}" type="slidenum">
              <a:rPr lang="en-US" smtClean="0"/>
              <a:pPr/>
              <a:t>‹#›</a:t>
            </a:fld>
            <a:endParaRPr lang="en-US"/>
          </a:p>
        </p:txBody>
      </p:sp>
    </p:spTree>
    <p:extLst>
      <p:ext uri="{BB962C8B-B14F-4D97-AF65-F5344CB8AC3E}">
        <p14:creationId xmlns:p14="http://schemas.microsoft.com/office/powerpoint/2010/main" val="168532770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F5D8C98-32B5-459F-B507-E7AB4122AE51}" type="datetime1">
              <a:rPr lang="en-US" smtClean="0"/>
              <a:pPr/>
              <a:t>11/15/2025</a:t>
            </a:fld>
            <a:endParaRPr lang="en-US"/>
          </a:p>
        </p:txBody>
      </p:sp>
      <p:sp>
        <p:nvSpPr>
          <p:cNvPr id="3" name="Footer Placeholder 2"/>
          <p:cNvSpPr>
            <a:spLocks noGrp="1"/>
          </p:cNvSpPr>
          <p:nvPr>
            <p:ph type="ftr" sz="quarter" idx="11"/>
          </p:nvPr>
        </p:nvSpPr>
        <p:spPr/>
        <p:txBody>
          <a:bodyPr/>
          <a:lstStyle/>
          <a:p>
            <a:r>
              <a:rPr lang="en-US" dirty="0"/>
              <a:t>© 2016 Pearson Education, Ltd. All rights reserved.</a:t>
            </a:r>
          </a:p>
        </p:txBody>
      </p:sp>
      <p:sp>
        <p:nvSpPr>
          <p:cNvPr id="4" name="Slide Number Placeholder 3"/>
          <p:cNvSpPr>
            <a:spLocks noGrp="1"/>
          </p:cNvSpPr>
          <p:nvPr>
            <p:ph type="sldNum" sz="quarter" idx="12"/>
          </p:nvPr>
        </p:nvSpPr>
        <p:spPr/>
        <p:txBody>
          <a:bodyPr/>
          <a:lstStyle/>
          <a:p>
            <a:fld id="{C264BADE-5021-4CFA-8714-EDB9776AC128}" type="slidenum">
              <a:rPr lang="en-US" smtClean="0"/>
              <a:pPr/>
              <a:t>‹#›</a:t>
            </a:fld>
            <a:endParaRPr lang="en-US"/>
          </a:p>
        </p:txBody>
      </p:sp>
    </p:spTree>
    <p:extLst>
      <p:ext uri="{BB962C8B-B14F-4D97-AF65-F5344CB8AC3E}">
        <p14:creationId xmlns:p14="http://schemas.microsoft.com/office/powerpoint/2010/main" val="201131522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79E0C86-EF9A-4D8B-9B97-A7DD5EE45666}" type="datetime1">
              <a:rPr lang="en-US" smtClean="0"/>
              <a:pPr/>
              <a:t>11/15/2025</a:t>
            </a:fld>
            <a:endParaRPr lang="en-US"/>
          </a:p>
        </p:txBody>
      </p:sp>
      <p:sp>
        <p:nvSpPr>
          <p:cNvPr id="6" name="Footer Placeholder 5"/>
          <p:cNvSpPr>
            <a:spLocks noGrp="1"/>
          </p:cNvSpPr>
          <p:nvPr>
            <p:ph type="ftr" sz="quarter" idx="11"/>
          </p:nvPr>
        </p:nvSpPr>
        <p:spPr/>
        <p:txBody>
          <a:bodyPr/>
          <a:lstStyle/>
          <a:p>
            <a:r>
              <a:rPr lang="en-US" dirty="0"/>
              <a:t>© 2016 Pearson Education, Ltd. All rights reserved.</a:t>
            </a:r>
          </a:p>
        </p:txBody>
      </p:sp>
      <p:sp>
        <p:nvSpPr>
          <p:cNvPr id="7" name="Slide Number Placeholder 6"/>
          <p:cNvSpPr>
            <a:spLocks noGrp="1"/>
          </p:cNvSpPr>
          <p:nvPr>
            <p:ph type="sldNum" sz="quarter" idx="12"/>
          </p:nvPr>
        </p:nvSpPr>
        <p:spPr/>
        <p:txBody>
          <a:bodyPr/>
          <a:lstStyle/>
          <a:p>
            <a:fld id="{C264BADE-5021-4CFA-8714-EDB9776AC128}" type="slidenum">
              <a:rPr lang="en-US" smtClean="0"/>
              <a:pPr/>
              <a:t>‹#›</a:t>
            </a:fld>
            <a:endParaRPr lang="en-US"/>
          </a:p>
        </p:txBody>
      </p:sp>
    </p:spTree>
    <p:extLst>
      <p:ext uri="{BB962C8B-B14F-4D97-AF65-F5344CB8AC3E}">
        <p14:creationId xmlns:p14="http://schemas.microsoft.com/office/powerpoint/2010/main" val="236955865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1A49E9E-FA97-4F48-BF35-7EB24878A845}" type="datetime1">
              <a:rPr lang="en-US" smtClean="0"/>
              <a:pPr/>
              <a:t>11/15/2025</a:t>
            </a:fld>
            <a:endParaRPr lang="en-US"/>
          </a:p>
        </p:txBody>
      </p:sp>
      <p:sp>
        <p:nvSpPr>
          <p:cNvPr id="6" name="Footer Placeholder 5"/>
          <p:cNvSpPr>
            <a:spLocks noGrp="1"/>
          </p:cNvSpPr>
          <p:nvPr>
            <p:ph type="ftr" sz="quarter" idx="11"/>
          </p:nvPr>
        </p:nvSpPr>
        <p:spPr/>
        <p:txBody>
          <a:bodyPr/>
          <a:lstStyle/>
          <a:p>
            <a:r>
              <a:rPr lang="en-US" dirty="0"/>
              <a:t>© 2016 Pearson Education, Ltd. All rights reserved.</a:t>
            </a:r>
          </a:p>
        </p:txBody>
      </p:sp>
      <p:sp>
        <p:nvSpPr>
          <p:cNvPr id="7" name="Slide Number Placeholder 6"/>
          <p:cNvSpPr>
            <a:spLocks noGrp="1"/>
          </p:cNvSpPr>
          <p:nvPr>
            <p:ph type="sldNum" sz="quarter" idx="12"/>
          </p:nvPr>
        </p:nvSpPr>
        <p:spPr/>
        <p:txBody>
          <a:bodyPr/>
          <a:lstStyle/>
          <a:p>
            <a:fld id="{C264BADE-5021-4CFA-8714-EDB9776AC128}" type="slidenum">
              <a:rPr lang="en-US" smtClean="0"/>
              <a:pPr/>
              <a:t>‹#›</a:t>
            </a:fld>
            <a:endParaRPr lang="en-US"/>
          </a:p>
        </p:txBody>
      </p:sp>
    </p:spTree>
    <p:extLst>
      <p:ext uri="{BB962C8B-B14F-4D97-AF65-F5344CB8AC3E}">
        <p14:creationId xmlns:p14="http://schemas.microsoft.com/office/powerpoint/2010/main" val="133269802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EB45FFB-32B6-45E8-8CED-1F66A9DF54DE}" type="datetime1">
              <a:rPr lang="en-US" smtClean="0"/>
              <a:pPr/>
              <a:t>11/15/2025</a:t>
            </a:fld>
            <a:endParaRPr lang="en-US"/>
          </a:p>
        </p:txBody>
      </p:sp>
      <p:sp>
        <p:nvSpPr>
          <p:cNvPr id="5" name="Footer Placeholder 4"/>
          <p:cNvSpPr>
            <a:spLocks noGrp="1"/>
          </p:cNvSpPr>
          <p:nvPr>
            <p:ph type="ftr" sz="quarter" idx="11"/>
          </p:nvPr>
        </p:nvSpPr>
        <p:spPr/>
        <p:txBody>
          <a:bodyPr/>
          <a:lstStyle/>
          <a:p>
            <a:r>
              <a:rPr lang="en-US" dirty="0"/>
              <a:t>© 2016 Pearson Education, Ltd. All rights reserved.</a:t>
            </a:r>
          </a:p>
        </p:txBody>
      </p:sp>
      <p:sp>
        <p:nvSpPr>
          <p:cNvPr id="6" name="Slide Number Placeholder 5"/>
          <p:cNvSpPr>
            <a:spLocks noGrp="1"/>
          </p:cNvSpPr>
          <p:nvPr>
            <p:ph type="sldNum" sz="quarter" idx="12"/>
          </p:nvPr>
        </p:nvSpPr>
        <p:spPr/>
        <p:txBody>
          <a:bodyPr/>
          <a:lstStyle/>
          <a:p>
            <a:fld id="{C264BADE-5021-4CFA-8714-EDB9776AC128}" type="slidenum">
              <a:rPr lang="en-US" smtClean="0"/>
              <a:pPr/>
              <a:t>‹#›</a:t>
            </a:fld>
            <a:endParaRPr lang="en-US"/>
          </a:p>
        </p:txBody>
      </p:sp>
    </p:spTree>
    <p:extLst>
      <p:ext uri="{BB962C8B-B14F-4D97-AF65-F5344CB8AC3E}">
        <p14:creationId xmlns:p14="http://schemas.microsoft.com/office/powerpoint/2010/main" val="390470737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15EA29F-0E50-4A71-996E-5E594DB8E746}" type="datetime1">
              <a:rPr lang="en-US" smtClean="0"/>
              <a:pPr/>
              <a:t>11/15/2025</a:t>
            </a:fld>
            <a:endParaRPr lang="en-US"/>
          </a:p>
        </p:txBody>
      </p:sp>
      <p:sp>
        <p:nvSpPr>
          <p:cNvPr id="5" name="Footer Placeholder 4"/>
          <p:cNvSpPr>
            <a:spLocks noGrp="1"/>
          </p:cNvSpPr>
          <p:nvPr>
            <p:ph type="ftr" sz="quarter" idx="11"/>
          </p:nvPr>
        </p:nvSpPr>
        <p:spPr/>
        <p:txBody>
          <a:bodyPr/>
          <a:lstStyle/>
          <a:p>
            <a:r>
              <a:rPr lang="en-US" dirty="0"/>
              <a:t>© 2016 Pearson Education, Ltd. All rights reserved.</a:t>
            </a:r>
          </a:p>
        </p:txBody>
      </p:sp>
      <p:sp>
        <p:nvSpPr>
          <p:cNvPr id="6" name="Slide Number Placeholder 5"/>
          <p:cNvSpPr>
            <a:spLocks noGrp="1"/>
          </p:cNvSpPr>
          <p:nvPr>
            <p:ph type="sldNum" sz="quarter" idx="12"/>
          </p:nvPr>
        </p:nvSpPr>
        <p:spPr/>
        <p:txBody>
          <a:bodyPr/>
          <a:lstStyle/>
          <a:p>
            <a:fld id="{C264BADE-5021-4CFA-8714-EDB9776AC128}" type="slidenum">
              <a:rPr lang="en-US" smtClean="0"/>
              <a:pPr/>
              <a:t>‹#›</a:t>
            </a:fld>
            <a:endParaRPr lang="en-US"/>
          </a:p>
        </p:txBody>
      </p:sp>
    </p:spTree>
    <p:extLst>
      <p:ext uri="{BB962C8B-B14F-4D97-AF65-F5344CB8AC3E}">
        <p14:creationId xmlns:p14="http://schemas.microsoft.com/office/powerpoint/2010/main" val="340894020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p:cNvSpPr>
            <a:spLocks noGrp="1"/>
          </p:cNvSpPr>
          <p:nvPr>
            <p:ph type="dt" sz="half" idx="10"/>
          </p:nvPr>
        </p:nvSpPr>
        <p:spPr/>
        <p:txBody>
          <a:bodyPr/>
          <a:lstStyle>
            <a:lvl1pPr>
              <a:defRPr/>
            </a:lvl1pPr>
          </a:lstStyle>
          <a:p>
            <a:pPr>
              <a:defRPr/>
            </a:pPr>
            <a:fld id="{D91526FC-0491-474B-B582-84DF37AAD306}" type="datetime1">
              <a:rPr lang="en-US" smtClean="0"/>
              <a:pPr>
                <a:defRPr/>
              </a:pPr>
              <a:t>11/15/2025</a:t>
            </a:fld>
            <a:endParaRPr lang="en-US" dirty="0"/>
          </a:p>
        </p:txBody>
      </p:sp>
      <p:sp>
        <p:nvSpPr>
          <p:cNvPr id="5" name="Footer Placeholder 21"/>
          <p:cNvSpPr>
            <a:spLocks noGrp="1"/>
          </p:cNvSpPr>
          <p:nvPr>
            <p:ph type="ftr" sz="quarter" idx="11"/>
          </p:nvPr>
        </p:nvSpPr>
        <p:spPr>
          <a:xfrm>
            <a:off x="2946400" y="6356351"/>
            <a:ext cx="6400800" cy="365125"/>
          </a:xfrm>
        </p:spPr>
        <p:txBody>
          <a:bodyPr/>
          <a:lstStyle>
            <a:lvl1pPr>
              <a:defRPr/>
            </a:lvl1pPr>
          </a:lstStyle>
          <a:p>
            <a:pPr>
              <a:defRPr/>
            </a:pPr>
            <a:r>
              <a:rPr lang="en-US" dirty="0"/>
              <a:t>© 2016 Pearson Education, Ltd. All rights reserved.</a:t>
            </a:r>
          </a:p>
        </p:txBody>
      </p:sp>
      <p:sp>
        <p:nvSpPr>
          <p:cNvPr id="6" name="Slide Number Placeholder 17"/>
          <p:cNvSpPr>
            <a:spLocks noGrp="1"/>
          </p:cNvSpPr>
          <p:nvPr>
            <p:ph type="sldNum" sz="quarter" idx="12"/>
          </p:nvPr>
        </p:nvSpPr>
        <p:spPr/>
        <p:txBody>
          <a:bodyPr/>
          <a:lstStyle>
            <a:lvl1pPr>
              <a:defRPr/>
            </a:lvl1pPr>
          </a:lstStyle>
          <a:p>
            <a:fld id="{027260F9-BB4F-4CE9-AC41-67D1D70293A4}" type="slidenum">
              <a:rPr lang="en-US" altLang="en-US" smtClean="0"/>
              <a:pPr/>
              <a:t>‹#›</a:t>
            </a:fld>
            <a:endParaRPr lang="en-US" altLang="en-US" dirty="0"/>
          </a:p>
        </p:txBody>
      </p:sp>
    </p:spTree>
    <p:extLst>
      <p:ext uri="{BB962C8B-B14F-4D97-AF65-F5344CB8AC3E}">
        <p14:creationId xmlns:p14="http://schemas.microsoft.com/office/powerpoint/2010/main" val="41910310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Başlık Yer Tutucusu 1">
            <a:extLst>
              <a:ext uri="{FF2B5EF4-FFF2-40B4-BE49-F238E27FC236}">
                <a16:creationId xmlns:a16="http://schemas.microsoft.com/office/drawing/2014/main" id="{E71248EC-D05F-4226-81E3-0ABB6955061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tr-TR"/>
              <a:t>Asıl başlık stilini düzenlemek için tıklayın</a:t>
            </a:r>
          </a:p>
        </p:txBody>
      </p:sp>
      <p:sp>
        <p:nvSpPr>
          <p:cNvPr id="3" name="Metin Yer Tutucusu 2">
            <a:extLst>
              <a:ext uri="{FF2B5EF4-FFF2-40B4-BE49-F238E27FC236}">
                <a16:creationId xmlns:a16="http://schemas.microsoft.com/office/drawing/2014/main" id="{D05BC6BF-362F-4A9B-B210-2AF6FA707F6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5563282D-AF22-4D15-9594-163C32CC2BD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76D8B4F-E8A0-4A17-8F5E-BDF608E33A24}" type="datetimeFigureOut">
              <a:rPr lang="tr-TR" smtClean="0"/>
              <a:t>15.11.2025</a:t>
            </a:fld>
            <a:endParaRPr lang="tr-TR"/>
          </a:p>
        </p:txBody>
      </p:sp>
      <p:sp>
        <p:nvSpPr>
          <p:cNvPr id="5" name="Alt Bilgi Yer Tutucusu 4">
            <a:extLst>
              <a:ext uri="{FF2B5EF4-FFF2-40B4-BE49-F238E27FC236}">
                <a16:creationId xmlns:a16="http://schemas.microsoft.com/office/drawing/2014/main" id="{91347807-69EB-4900-8EF1-B4FD117258F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tr-TR"/>
          </a:p>
        </p:txBody>
      </p:sp>
      <p:sp>
        <p:nvSpPr>
          <p:cNvPr id="6" name="Slayt Numarası Yer Tutucusu 5">
            <a:extLst>
              <a:ext uri="{FF2B5EF4-FFF2-40B4-BE49-F238E27FC236}">
                <a16:creationId xmlns:a16="http://schemas.microsoft.com/office/drawing/2014/main" id="{78924C61-1C84-4FCB-AAFF-199926680EF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DF5A307-E440-48E2-9D98-F3EACFFBF0F4}" type="slidenum">
              <a:rPr lang="tr-TR" smtClean="0"/>
              <a:t>‹#›</a:t>
            </a:fld>
            <a:endParaRPr lang="tr-TR"/>
          </a:p>
        </p:txBody>
      </p:sp>
    </p:spTree>
    <p:extLst>
      <p:ext uri="{BB962C8B-B14F-4D97-AF65-F5344CB8AC3E}">
        <p14:creationId xmlns:p14="http://schemas.microsoft.com/office/powerpoint/2010/main" val="3204595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348A4AE-0042-4E38-8DD7-27E56F3DE7B0}" type="datetime1">
              <a:rPr lang="en-US" smtClean="0"/>
              <a:pPr/>
              <a:t>11/15/2025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 2016 Pearson Education, Ltd. All rights reserved.</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264BADE-5021-4CFA-8714-EDB9776AC128}" type="slidenum">
              <a:rPr lang="en-US" smtClean="0"/>
              <a:pPr/>
              <a:t>‹#›</a:t>
            </a:fld>
            <a:endParaRPr lang="en-US"/>
          </a:p>
        </p:txBody>
      </p:sp>
    </p:spTree>
    <p:extLst>
      <p:ext uri="{BB962C8B-B14F-4D97-AF65-F5344CB8AC3E}">
        <p14:creationId xmlns:p14="http://schemas.microsoft.com/office/powerpoint/2010/main" val="90920554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hdr="0" dt="0"/>
  <p:txStyles>
    <p:titleStyle>
      <a:lvl1pPr algn="l" defTabSz="914400" rtl="0" eaLnBrk="1" latinLnBrk="0" hangingPunct="1">
        <a:lnSpc>
          <a:spcPct val="90000"/>
        </a:lnSpc>
        <a:spcBef>
          <a:spcPct val="0"/>
        </a:spcBef>
        <a:buNone/>
        <a:defRPr sz="4400" b="0" i="0" u="none"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u="none"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3.png"/><Relationship Id="rId4" Type="http://schemas.microsoft.com/office/2007/relationships/hdphoto" Target="../media/hdphoto1.wdp"/></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77AB8C0B-9E35-4A39-B2BE-66D4EFD36FCF}"/>
              </a:ext>
            </a:extLst>
          </p:cNvPr>
          <p:cNvSpPr>
            <a:spLocks noGrp="1"/>
          </p:cNvSpPr>
          <p:nvPr>
            <p:ph type="ctrTitle"/>
          </p:nvPr>
        </p:nvSpPr>
        <p:spPr/>
        <p:txBody>
          <a:bodyPr/>
          <a:lstStyle/>
          <a:p>
            <a:r>
              <a:rPr lang="tr-TR" dirty="0"/>
              <a:t>BIM 109 – Algoritma ve Programlamaya Giriş</a:t>
            </a:r>
          </a:p>
        </p:txBody>
      </p:sp>
      <p:sp>
        <p:nvSpPr>
          <p:cNvPr id="3" name="Alt Başlık 2">
            <a:extLst>
              <a:ext uri="{FF2B5EF4-FFF2-40B4-BE49-F238E27FC236}">
                <a16:creationId xmlns:a16="http://schemas.microsoft.com/office/drawing/2014/main" id="{0C35DE8E-FF42-4DD7-B7AC-73DAD5E8B543}"/>
              </a:ext>
            </a:extLst>
          </p:cNvPr>
          <p:cNvSpPr>
            <a:spLocks noGrp="1"/>
          </p:cNvSpPr>
          <p:nvPr>
            <p:ph type="subTitle" idx="1"/>
          </p:nvPr>
        </p:nvSpPr>
        <p:spPr/>
        <p:txBody>
          <a:bodyPr/>
          <a:lstStyle/>
          <a:p>
            <a:r>
              <a:rPr lang="tr-TR" dirty="0"/>
              <a:t>Dr. Şengül Bayrak</a:t>
            </a:r>
          </a:p>
        </p:txBody>
      </p:sp>
    </p:spTree>
    <p:extLst>
      <p:ext uri="{BB962C8B-B14F-4D97-AF65-F5344CB8AC3E}">
        <p14:creationId xmlns:p14="http://schemas.microsoft.com/office/powerpoint/2010/main" val="9839936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56DD8CA8-0C26-4814-B6B4-7206D88CE49C}"/>
              </a:ext>
            </a:extLst>
          </p:cNvPr>
          <p:cNvSpPr>
            <a:spLocks noGrp="1"/>
          </p:cNvSpPr>
          <p:nvPr>
            <p:ph type="title"/>
          </p:nvPr>
        </p:nvSpPr>
        <p:spPr/>
        <p:txBody>
          <a:bodyPr/>
          <a:lstStyle/>
          <a:p>
            <a:r>
              <a:rPr lang="en-US" dirty="0" err="1">
                <a:solidFill>
                  <a:srgbClr val="3380E6"/>
                </a:solidFill>
                <a:latin typeface="Calibri" panose="020F0502020204030204" pitchFamily="34" charset="0"/>
              </a:rPr>
              <a:t>Diziler</a:t>
            </a:r>
            <a:r>
              <a:rPr lang="tr-TR" dirty="0">
                <a:solidFill>
                  <a:srgbClr val="3380E6"/>
                </a:solidFill>
                <a:latin typeface="Calibri" panose="020F0502020204030204" pitchFamily="34" charset="0"/>
              </a:rPr>
              <a:t> (</a:t>
            </a:r>
            <a:r>
              <a:rPr lang="tr-TR" dirty="0" err="1">
                <a:solidFill>
                  <a:srgbClr val="3380E6"/>
                </a:solidFill>
                <a:latin typeface="Calibri" panose="020F0502020204030204" pitchFamily="34" charset="0"/>
              </a:rPr>
              <a:t>Arrays</a:t>
            </a:r>
            <a:r>
              <a:rPr lang="tr-TR" dirty="0">
                <a:solidFill>
                  <a:srgbClr val="3380E6"/>
                </a:solidFill>
                <a:latin typeface="Calibri" panose="020F0502020204030204" pitchFamily="34" charset="0"/>
              </a:rPr>
              <a:t>)</a:t>
            </a:r>
          </a:p>
        </p:txBody>
      </p:sp>
      <p:pic>
        <p:nvPicPr>
          <p:cNvPr id="4" name="İçerik Yer Tutucusu 3">
            <a:extLst>
              <a:ext uri="{FF2B5EF4-FFF2-40B4-BE49-F238E27FC236}">
                <a16:creationId xmlns:a16="http://schemas.microsoft.com/office/drawing/2014/main" id="{D95C9807-72E5-4F49-8AAA-5EF00BD42656}"/>
              </a:ext>
            </a:extLst>
          </p:cNvPr>
          <p:cNvPicPr>
            <a:picLocks noGrp="1" noChangeAspect="1"/>
          </p:cNvPicPr>
          <p:nvPr>
            <p:ph idx="1"/>
          </p:nvPr>
        </p:nvPicPr>
        <p:blipFill>
          <a:blip r:embed="rId2"/>
          <a:stretch>
            <a:fillRect/>
          </a:stretch>
        </p:blipFill>
        <p:spPr>
          <a:xfrm>
            <a:off x="10984636" y="0"/>
            <a:ext cx="1207363" cy="1207363"/>
          </a:xfrm>
          <a:prstGeom prst="rect">
            <a:avLst/>
          </a:prstGeom>
        </p:spPr>
      </p:pic>
      <p:sp>
        <p:nvSpPr>
          <p:cNvPr id="7" name="Metin kutusu 6">
            <a:extLst>
              <a:ext uri="{FF2B5EF4-FFF2-40B4-BE49-F238E27FC236}">
                <a16:creationId xmlns:a16="http://schemas.microsoft.com/office/drawing/2014/main" id="{20372D53-D3ED-493D-B20D-FE145A4ED369}"/>
              </a:ext>
            </a:extLst>
          </p:cNvPr>
          <p:cNvSpPr txBox="1"/>
          <p:nvPr/>
        </p:nvSpPr>
        <p:spPr>
          <a:xfrm>
            <a:off x="838200" y="1690688"/>
            <a:ext cx="10146436" cy="1569660"/>
          </a:xfrm>
          <a:prstGeom prst="rect">
            <a:avLst/>
          </a:prstGeom>
          <a:noFill/>
        </p:spPr>
        <p:txBody>
          <a:bodyPr wrap="square">
            <a:spAutoFit/>
          </a:bodyPr>
          <a:lstStyle/>
          <a:p>
            <a:pPr marL="342900" indent="-342900" algn="just">
              <a:buFont typeface="Wingdings" panose="05000000000000000000" pitchFamily="2" charset="2"/>
              <a:buChar char="Ø"/>
            </a:pPr>
            <a:r>
              <a:rPr lang="en-US" sz="3200"/>
              <a:t>Diziler, her değer için ayrı değişkenler bildirmek yerine, birden çok değeri tek bir değişkende depolamak için kullanılır.</a:t>
            </a:r>
            <a:endParaRPr lang="tr-TR" sz="3200" dirty="0"/>
          </a:p>
        </p:txBody>
      </p:sp>
    </p:spTree>
    <p:extLst>
      <p:ext uri="{BB962C8B-B14F-4D97-AF65-F5344CB8AC3E}">
        <p14:creationId xmlns:p14="http://schemas.microsoft.com/office/powerpoint/2010/main" val="35658082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56DD8CA8-0C26-4814-B6B4-7206D88CE49C}"/>
              </a:ext>
            </a:extLst>
          </p:cNvPr>
          <p:cNvSpPr>
            <a:spLocks noGrp="1"/>
          </p:cNvSpPr>
          <p:nvPr>
            <p:ph type="title"/>
          </p:nvPr>
        </p:nvSpPr>
        <p:spPr/>
        <p:txBody>
          <a:bodyPr/>
          <a:lstStyle/>
          <a:p>
            <a:r>
              <a:rPr lang="tr-TR"/>
              <a:t>12 Elemanlı Dizi</a:t>
            </a:r>
            <a:endParaRPr lang="tr-TR" dirty="0"/>
          </a:p>
        </p:txBody>
      </p:sp>
      <p:pic>
        <p:nvPicPr>
          <p:cNvPr id="4" name="İçerik Yer Tutucusu 3">
            <a:extLst>
              <a:ext uri="{FF2B5EF4-FFF2-40B4-BE49-F238E27FC236}">
                <a16:creationId xmlns:a16="http://schemas.microsoft.com/office/drawing/2014/main" id="{D95C9807-72E5-4F49-8AAA-5EF00BD42656}"/>
              </a:ext>
            </a:extLst>
          </p:cNvPr>
          <p:cNvPicPr>
            <a:picLocks noGrp="1" noChangeAspect="1"/>
          </p:cNvPicPr>
          <p:nvPr>
            <p:ph idx="1"/>
          </p:nvPr>
        </p:nvPicPr>
        <p:blipFill>
          <a:blip r:embed="rId2"/>
          <a:stretch>
            <a:fillRect/>
          </a:stretch>
        </p:blipFill>
        <p:spPr>
          <a:xfrm>
            <a:off x="10984636" y="0"/>
            <a:ext cx="1207363" cy="1207363"/>
          </a:xfrm>
          <a:prstGeom prst="rect">
            <a:avLst/>
          </a:prstGeom>
        </p:spPr>
      </p:pic>
      <p:pic>
        <p:nvPicPr>
          <p:cNvPr id="3" name="Resim 2">
            <a:extLst>
              <a:ext uri="{FF2B5EF4-FFF2-40B4-BE49-F238E27FC236}">
                <a16:creationId xmlns:a16="http://schemas.microsoft.com/office/drawing/2014/main" id="{60F0728A-B331-449D-A5E4-963DBDC7F8C4}"/>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Layer>
                </a14:imgProps>
              </a:ext>
            </a:extLst>
          </a:blip>
          <a:stretch>
            <a:fillRect/>
          </a:stretch>
        </p:blipFill>
        <p:spPr>
          <a:xfrm>
            <a:off x="2443717" y="2969327"/>
            <a:ext cx="6176501" cy="3245296"/>
          </a:xfrm>
          <a:prstGeom prst="rect">
            <a:avLst/>
          </a:prstGeom>
        </p:spPr>
      </p:pic>
      <p:pic>
        <p:nvPicPr>
          <p:cNvPr id="6" name="Resim 5">
            <a:extLst>
              <a:ext uri="{FF2B5EF4-FFF2-40B4-BE49-F238E27FC236}">
                <a16:creationId xmlns:a16="http://schemas.microsoft.com/office/drawing/2014/main" id="{2E73B922-E0CC-4A52-9945-4571ED6D3076}"/>
              </a:ext>
            </a:extLst>
          </p:cNvPr>
          <p:cNvPicPr>
            <a:picLocks noChangeAspect="1"/>
          </p:cNvPicPr>
          <p:nvPr/>
        </p:nvPicPr>
        <p:blipFill>
          <a:blip r:embed="rId5"/>
          <a:stretch>
            <a:fillRect/>
          </a:stretch>
        </p:blipFill>
        <p:spPr>
          <a:xfrm>
            <a:off x="838200" y="1806352"/>
            <a:ext cx="11191875" cy="857250"/>
          </a:xfrm>
          <a:prstGeom prst="rect">
            <a:avLst/>
          </a:prstGeom>
        </p:spPr>
      </p:pic>
    </p:spTree>
    <p:extLst>
      <p:ext uri="{BB962C8B-B14F-4D97-AF65-F5344CB8AC3E}">
        <p14:creationId xmlns:p14="http://schemas.microsoft.com/office/powerpoint/2010/main" val="9988606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CF96F5C4-305E-42A1-92EA-A5B433A0F747}"/>
              </a:ext>
            </a:extLst>
          </p:cNvPr>
          <p:cNvSpPr>
            <a:spLocks noGrp="1"/>
          </p:cNvSpPr>
          <p:nvPr>
            <p:ph type="title"/>
          </p:nvPr>
        </p:nvSpPr>
        <p:spPr/>
        <p:txBody>
          <a:bodyPr/>
          <a:lstStyle/>
          <a:p>
            <a:r>
              <a:rPr lang="en-US" dirty="0" err="1">
                <a:solidFill>
                  <a:srgbClr val="3380E6"/>
                </a:solidFill>
                <a:latin typeface="Calibri" panose="020F0502020204030204" pitchFamily="34" charset="0"/>
              </a:rPr>
              <a:t>Diziler</a:t>
            </a:r>
            <a:r>
              <a:rPr lang="tr-TR" dirty="0">
                <a:solidFill>
                  <a:srgbClr val="3380E6"/>
                </a:solidFill>
                <a:latin typeface="Calibri" panose="020F0502020204030204" pitchFamily="34" charset="0"/>
              </a:rPr>
              <a:t> (</a:t>
            </a:r>
            <a:r>
              <a:rPr lang="tr-TR" dirty="0" err="1">
                <a:solidFill>
                  <a:srgbClr val="3380E6"/>
                </a:solidFill>
                <a:latin typeface="Calibri" panose="020F0502020204030204" pitchFamily="34" charset="0"/>
              </a:rPr>
              <a:t>Arrays</a:t>
            </a:r>
            <a:r>
              <a:rPr lang="tr-TR" dirty="0">
                <a:solidFill>
                  <a:srgbClr val="3380E6"/>
                </a:solidFill>
                <a:latin typeface="Calibri" panose="020F0502020204030204" pitchFamily="34" charset="0"/>
              </a:rPr>
              <a:t>)</a:t>
            </a:r>
            <a:endParaRPr lang="tr-TR" dirty="0"/>
          </a:p>
        </p:txBody>
      </p:sp>
      <p:sp>
        <p:nvSpPr>
          <p:cNvPr id="5" name="Text Placeholder 2">
            <a:extLst>
              <a:ext uri="{FF2B5EF4-FFF2-40B4-BE49-F238E27FC236}">
                <a16:creationId xmlns:a16="http://schemas.microsoft.com/office/drawing/2014/main" id="{8D61ED7B-6CFF-40A9-83FE-F6F4B60E75C4}"/>
              </a:ext>
            </a:extLst>
          </p:cNvPr>
          <p:cNvSpPr txBox="1">
            <a:spLocks/>
          </p:cNvSpPr>
          <p:nvPr/>
        </p:nvSpPr>
        <p:spPr>
          <a:xfrm>
            <a:off x="838200" y="18256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u="none"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defRPr/>
            </a:pPr>
            <a:r>
              <a:rPr lang="en-US" altLang="en-US" sz="2500" dirty="0">
                <a:solidFill>
                  <a:srgbClr val="000000"/>
                </a:solidFill>
              </a:rPr>
              <a:t>Her </a:t>
            </a:r>
            <a:r>
              <a:rPr lang="en-US" altLang="en-US" sz="2500" dirty="0" err="1">
                <a:solidFill>
                  <a:srgbClr val="000000"/>
                </a:solidFill>
              </a:rPr>
              <a:t>dizideki</a:t>
            </a:r>
            <a:r>
              <a:rPr lang="en-US" altLang="en-US" sz="2500" dirty="0">
                <a:solidFill>
                  <a:srgbClr val="000000"/>
                </a:solidFill>
              </a:rPr>
              <a:t> </a:t>
            </a:r>
            <a:r>
              <a:rPr lang="en-US" altLang="en-US" sz="2500" b="1" dirty="0">
                <a:solidFill>
                  <a:srgbClr val="000000"/>
                </a:solidFill>
              </a:rPr>
              <a:t>ilk </a:t>
            </a:r>
            <a:r>
              <a:rPr lang="en-US" altLang="en-US" sz="2500" b="1" dirty="0" err="1">
                <a:solidFill>
                  <a:srgbClr val="000000"/>
                </a:solidFill>
              </a:rPr>
              <a:t>eleman</a:t>
            </a:r>
            <a:r>
              <a:rPr lang="en-US" altLang="en-US" sz="2500" b="1" dirty="0">
                <a:solidFill>
                  <a:srgbClr val="000000"/>
                </a:solidFill>
              </a:rPr>
              <a:t> </a:t>
            </a:r>
            <a:r>
              <a:rPr lang="en-US" altLang="en-US" sz="2500" b="1" dirty="0" err="1">
                <a:solidFill>
                  <a:srgbClr val="000000"/>
                </a:solidFill>
              </a:rPr>
              <a:t>sıfırıncı</a:t>
            </a:r>
            <a:r>
              <a:rPr lang="tr-TR" altLang="en-US" sz="2500" b="1" dirty="0">
                <a:solidFill>
                  <a:srgbClr val="000000"/>
                </a:solidFill>
              </a:rPr>
              <a:t> </a:t>
            </a:r>
            <a:r>
              <a:rPr lang="tr-TR" altLang="en-US" sz="2500" b="1" dirty="0" err="1">
                <a:solidFill>
                  <a:srgbClr val="000000"/>
                </a:solidFill>
              </a:rPr>
              <a:t>indisli</a:t>
            </a:r>
            <a:r>
              <a:rPr lang="en-US" altLang="en-US" sz="2500" b="1" dirty="0">
                <a:solidFill>
                  <a:srgbClr val="000000"/>
                </a:solidFill>
              </a:rPr>
              <a:t> </a:t>
            </a:r>
            <a:r>
              <a:rPr lang="en-US" altLang="en-US" sz="2500" dirty="0" err="1">
                <a:solidFill>
                  <a:srgbClr val="000000"/>
                </a:solidFill>
              </a:rPr>
              <a:t>elemandır</a:t>
            </a:r>
            <a:r>
              <a:rPr lang="en-US" altLang="en-US" sz="2500" dirty="0">
                <a:solidFill>
                  <a:srgbClr val="000000"/>
                </a:solidFill>
              </a:rPr>
              <a:t>. 
Dizi </a:t>
            </a:r>
            <a:r>
              <a:rPr lang="en-US" altLang="en-US" sz="2500" dirty="0" err="1">
                <a:solidFill>
                  <a:srgbClr val="000000"/>
                </a:solidFill>
              </a:rPr>
              <a:t>adı</a:t>
            </a:r>
            <a:r>
              <a:rPr lang="en-US" altLang="en-US" sz="2500" dirty="0">
                <a:solidFill>
                  <a:srgbClr val="000000"/>
                </a:solidFill>
              </a:rPr>
              <a:t>, </a:t>
            </a:r>
            <a:r>
              <a:rPr lang="en-US" altLang="en-US" sz="2500" dirty="0" err="1">
                <a:solidFill>
                  <a:srgbClr val="000000"/>
                </a:solidFill>
              </a:rPr>
              <a:t>diğer</a:t>
            </a:r>
            <a:r>
              <a:rPr lang="en-US" altLang="en-US" sz="2500" dirty="0">
                <a:solidFill>
                  <a:srgbClr val="000000"/>
                </a:solidFill>
              </a:rPr>
              <a:t> </a:t>
            </a:r>
            <a:r>
              <a:rPr lang="en-US" altLang="en-US" sz="2500" dirty="0" err="1">
                <a:solidFill>
                  <a:srgbClr val="000000"/>
                </a:solidFill>
              </a:rPr>
              <a:t>tanımlayıcılar</a:t>
            </a:r>
            <a:r>
              <a:rPr lang="en-US" altLang="en-US" sz="2500" dirty="0">
                <a:solidFill>
                  <a:srgbClr val="000000"/>
                </a:solidFill>
              </a:rPr>
              <a:t> </a:t>
            </a:r>
            <a:r>
              <a:rPr lang="en-US" altLang="en-US" sz="2500" dirty="0" err="1">
                <a:solidFill>
                  <a:srgbClr val="000000"/>
                </a:solidFill>
              </a:rPr>
              <a:t>gibi</a:t>
            </a:r>
            <a:r>
              <a:rPr lang="en-US" altLang="en-US" sz="2500" dirty="0">
                <a:solidFill>
                  <a:srgbClr val="000000"/>
                </a:solidFill>
              </a:rPr>
              <a:t>, </a:t>
            </a:r>
            <a:r>
              <a:rPr lang="en-US" altLang="en-US" sz="2500" dirty="0" err="1">
                <a:solidFill>
                  <a:srgbClr val="000000"/>
                </a:solidFill>
              </a:rPr>
              <a:t>yalnızca</a:t>
            </a:r>
            <a:r>
              <a:rPr lang="en-US" altLang="en-US" sz="2500" dirty="0">
                <a:solidFill>
                  <a:srgbClr val="000000"/>
                </a:solidFill>
              </a:rPr>
              <a:t> </a:t>
            </a:r>
            <a:r>
              <a:rPr lang="en-US" altLang="en-US" sz="2500" dirty="0" err="1">
                <a:solidFill>
                  <a:srgbClr val="000000"/>
                </a:solidFill>
              </a:rPr>
              <a:t>harf</a:t>
            </a:r>
            <a:r>
              <a:rPr lang="en-US" altLang="en-US" sz="2500" dirty="0">
                <a:solidFill>
                  <a:srgbClr val="000000"/>
                </a:solidFill>
              </a:rPr>
              <a:t>, </a:t>
            </a:r>
            <a:r>
              <a:rPr lang="en-US" altLang="en-US" sz="2500" dirty="0" err="1">
                <a:solidFill>
                  <a:srgbClr val="000000"/>
                </a:solidFill>
              </a:rPr>
              <a:t>rakam</a:t>
            </a:r>
            <a:r>
              <a:rPr lang="en-US" altLang="en-US" sz="2500" dirty="0">
                <a:solidFill>
                  <a:srgbClr val="000000"/>
                </a:solidFill>
              </a:rPr>
              <a:t> </a:t>
            </a:r>
            <a:r>
              <a:rPr lang="en-US" altLang="en-US" sz="2500" dirty="0" err="1">
                <a:solidFill>
                  <a:srgbClr val="000000"/>
                </a:solidFill>
              </a:rPr>
              <a:t>ve</a:t>
            </a:r>
            <a:r>
              <a:rPr lang="en-US" altLang="en-US" sz="2500" dirty="0">
                <a:solidFill>
                  <a:srgbClr val="000000"/>
                </a:solidFill>
              </a:rPr>
              <a:t> alt </a:t>
            </a:r>
            <a:r>
              <a:rPr lang="en-US" altLang="en-US" sz="2500" dirty="0" err="1">
                <a:solidFill>
                  <a:srgbClr val="000000"/>
                </a:solidFill>
              </a:rPr>
              <a:t>çizgi</a:t>
            </a:r>
            <a:r>
              <a:rPr lang="en-US" altLang="en-US" sz="2500" dirty="0">
                <a:solidFill>
                  <a:srgbClr val="000000"/>
                </a:solidFill>
              </a:rPr>
              <a:t> </a:t>
            </a:r>
            <a:r>
              <a:rPr lang="en-US" altLang="en-US" sz="2500" dirty="0" err="1">
                <a:solidFill>
                  <a:srgbClr val="000000"/>
                </a:solidFill>
              </a:rPr>
              <a:t>içerebilir</a:t>
            </a:r>
            <a:r>
              <a:rPr lang="en-US" altLang="en-US" sz="2500" dirty="0">
                <a:solidFill>
                  <a:srgbClr val="000000"/>
                </a:solidFill>
              </a:rPr>
              <a:t> </a:t>
            </a:r>
            <a:r>
              <a:rPr lang="en-US" altLang="en-US" sz="2500" dirty="0" err="1">
                <a:solidFill>
                  <a:srgbClr val="000000"/>
                </a:solidFill>
              </a:rPr>
              <a:t>ve</a:t>
            </a:r>
            <a:r>
              <a:rPr lang="en-US" altLang="en-US" sz="2500" dirty="0">
                <a:solidFill>
                  <a:srgbClr val="000000"/>
                </a:solidFill>
              </a:rPr>
              <a:t> </a:t>
            </a:r>
            <a:r>
              <a:rPr lang="en-US" altLang="en-US" sz="2500" dirty="0" err="1">
                <a:solidFill>
                  <a:srgbClr val="000000"/>
                </a:solidFill>
              </a:rPr>
              <a:t>bir</a:t>
            </a:r>
            <a:r>
              <a:rPr lang="en-US" altLang="en-US" sz="2500" dirty="0">
                <a:solidFill>
                  <a:srgbClr val="000000"/>
                </a:solidFill>
              </a:rPr>
              <a:t> </a:t>
            </a:r>
            <a:r>
              <a:rPr lang="en-US" altLang="en-US" sz="2500" dirty="0" err="1">
                <a:solidFill>
                  <a:srgbClr val="000000"/>
                </a:solidFill>
              </a:rPr>
              <a:t>rakamla</a:t>
            </a:r>
            <a:r>
              <a:rPr lang="en-US" altLang="en-US" sz="2500" dirty="0">
                <a:solidFill>
                  <a:srgbClr val="000000"/>
                </a:solidFill>
              </a:rPr>
              <a:t> </a:t>
            </a:r>
            <a:r>
              <a:rPr lang="en-US" altLang="en-US" sz="2500" dirty="0" err="1">
                <a:solidFill>
                  <a:srgbClr val="000000"/>
                </a:solidFill>
              </a:rPr>
              <a:t>başlayamaz</a:t>
            </a:r>
            <a:r>
              <a:rPr lang="en-US" altLang="en-US" sz="2500" dirty="0">
                <a:solidFill>
                  <a:srgbClr val="000000"/>
                </a:solidFill>
              </a:rPr>
              <a:t>.
</a:t>
            </a:r>
            <a:r>
              <a:rPr lang="en-US" altLang="en-US" sz="2500" dirty="0" err="1">
                <a:solidFill>
                  <a:srgbClr val="000000"/>
                </a:solidFill>
              </a:rPr>
              <a:t>Köşeli</a:t>
            </a:r>
            <a:r>
              <a:rPr lang="en-US" altLang="en-US" sz="2500" dirty="0">
                <a:solidFill>
                  <a:srgbClr val="000000"/>
                </a:solidFill>
              </a:rPr>
              <a:t> </a:t>
            </a:r>
            <a:r>
              <a:rPr lang="en-US" altLang="en-US" sz="2500" dirty="0" err="1">
                <a:solidFill>
                  <a:srgbClr val="000000"/>
                </a:solidFill>
              </a:rPr>
              <a:t>parantez</a:t>
            </a:r>
            <a:r>
              <a:rPr lang="en-US" altLang="en-US" sz="2500" dirty="0">
                <a:solidFill>
                  <a:srgbClr val="000000"/>
                </a:solidFill>
              </a:rPr>
              <a:t> </a:t>
            </a:r>
            <a:r>
              <a:rPr lang="en-US" altLang="en-US" sz="2500" dirty="0" err="1">
                <a:solidFill>
                  <a:srgbClr val="000000"/>
                </a:solidFill>
              </a:rPr>
              <a:t>içindeki</a:t>
            </a:r>
            <a:r>
              <a:rPr lang="en-US" altLang="en-US" sz="2500" dirty="0">
                <a:solidFill>
                  <a:srgbClr val="000000"/>
                </a:solidFill>
              </a:rPr>
              <a:t> </a:t>
            </a:r>
            <a:r>
              <a:rPr lang="en-US" altLang="en-US" sz="2500" dirty="0" err="1">
                <a:solidFill>
                  <a:srgbClr val="000000"/>
                </a:solidFill>
              </a:rPr>
              <a:t>konum</a:t>
            </a:r>
            <a:r>
              <a:rPr lang="en-US" altLang="en-US" sz="2500" dirty="0">
                <a:solidFill>
                  <a:srgbClr val="000000"/>
                </a:solidFill>
              </a:rPr>
              <a:t> </a:t>
            </a:r>
            <a:r>
              <a:rPr lang="en-US" altLang="en-US" sz="2500" dirty="0" err="1">
                <a:solidFill>
                  <a:srgbClr val="000000"/>
                </a:solidFill>
              </a:rPr>
              <a:t>numarasına</a:t>
            </a:r>
            <a:r>
              <a:rPr lang="en-US" altLang="en-US" sz="2500" dirty="0">
                <a:solidFill>
                  <a:srgbClr val="000000"/>
                </a:solidFill>
              </a:rPr>
              <a:t> </a:t>
            </a:r>
            <a:r>
              <a:rPr lang="en-US" altLang="en-US" sz="2500" dirty="0" err="1">
                <a:solidFill>
                  <a:srgbClr val="000000"/>
                </a:solidFill>
              </a:rPr>
              <a:t>dizin</a:t>
            </a:r>
            <a:r>
              <a:rPr lang="en-US" altLang="en-US" sz="2500" dirty="0">
                <a:solidFill>
                  <a:srgbClr val="000000"/>
                </a:solidFill>
              </a:rPr>
              <a:t> </a:t>
            </a:r>
            <a:r>
              <a:rPr lang="en-US" altLang="en-US" sz="2500" dirty="0" err="1">
                <a:solidFill>
                  <a:srgbClr val="000000"/>
                </a:solidFill>
              </a:rPr>
              <a:t>veya</a:t>
            </a:r>
            <a:r>
              <a:rPr lang="en-US" altLang="en-US" sz="2500" dirty="0">
                <a:solidFill>
                  <a:srgbClr val="000000"/>
                </a:solidFill>
              </a:rPr>
              <a:t> alt </a:t>
            </a:r>
            <a:r>
              <a:rPr lang="en-US" altLang="en-US" sz="2500" dirty="0" err="1">
                <a:solidFill>
                  <a:srgbClr val="000000"/>
                </a:solidFill>
              </a:rPr>
              <a:t>simge</a:t>
            </a:r>
            <a:r>
              <a:rPr lang="en-US" altLang="en-US" sz="2500" dirty="0">
                <a:solidFill>
                  <a:srgbClr val="000000"/>
                </a:solidFill>
              </a:rPr>
              <a:t> </a:t>
            </a:r>
            <a:r>
              <a:rPr lang="en-US" altLang="en-US" sz="2500" dirty="0" err="1">
                <a:solidFill>
                  <a:srgbClr val="000000"/>
                </a:solidFill>
              </a:rPr>
              <a:t>denir</a:t>
            </a:r>
            <a:r>
              <a:rPr lang="en-US" altLang="en-US" sz="2500" dirty="0">
                <a:solidFill>
                  <a:srgbClr val="000000"/>
                </a:solidFill>
              </a:rPr>
              <a:t>. 
</a:t>
            </a:r>
            <a:r>
              <a:rPr lang="en-US" altLang="en-US" sz="2500" dirty="0" err="1">
                <a:solidFill>
                  <a:srgbClr val="000000"/>
                </a:solidFill>
              </a:rPr>
              <a:t>Dizin</a:t>
            </a:r>
            <a:r>
              <a:rPr lang="en-US" altLang="en-US" sz="2500" dirty="0">
                <a:solidFill>
                  <a:srgbClr val="000000"/>
                </a:solidFill>
              </a:rPr>
              <a:t> </a:t>
            </a:r>
            <a:r>
              <a:rPr lang="en-US" altLang="en-US" sz="2500" dirty="0" err="1">
                <a:solidFill>
                  <a:srgbClr val="000000"/>
                </a:solidFill>
              </a:rPr>
              <a:t>bir</a:t>
            </a:r>
            <a:r>
              <a:rPr lang="en-US" altLang="en-US" sz="2500" dirty="0">
                <a:solidFill>
                  <a:srgbClr val="000000"/>
                </a:solidFill>
              </a:rPr>
              <a:t> </a:t>
            </a:r>
            <a:r>
              <a:rPr lang="en-US" altLang="en-US" sz="2500" dirty="0" err="1">
                <a:solidFill>
                  <a:srgbClr val="000000"/>
                </a:solidFill>
              </a:rPr>
              <a:t>tamsayı</a:t>
            </a:r>
            <a:r>
              <a:rPr lang="en-US" altLang="en-US" sz="2500" dirty="0">
                <a:solidFill>
                  <a:srgbClr val="000000"/>
                </a:solidFill>
              </a:rPr>
              <a:t> </a:t>
            </a:r>
            <a:r>
              <a:rPr lang="en-US" altLang="en-US" sz="2500" dirty="0" err="1">
                <a:solidFill>
                  <a:srgbClr val="000000"/>
                </a:solidFill>
              </a:rPr>
              <a:t>veya</a:t>
            </a:r>
            <a:r>
              <a:rPr lang="en-US" altLang="en-US" sz="2500" dirty="0">
                <a:solidFill>
                  <a:srgbClr val="000000"/>
                </a:solidFill>
              </a:rPr>
              <a:t> </a:t>
            </a:r>
            <a:r>
              <a:rPr lang="en-US" altLang="en-US" sz="2500" dirty="0" err="1">
                <a:solidFill>
                  <a:srgbClr val="000000"/>
                </a:solidFill>
              </a:rPr>
              <a:t>tamsayı</a:t>
            </a:r>
            <a:r>
              <a:rPr lang="en-US" altLang="en-US" sz="2500" dirty="0">
                <a:solidFill>
                  <a:srgbClr val="000000"/>
                </a:solidFill>
              </a:rPr>
              <a:t> </a:t>
            </a:r>
            <a:r>
              <a:rPr lang="en-US" altLang="en-US" sz="2500" dirty="0" err="1">
                <a:solidFill>
                  <a:srgbClr val="000000"/>
                </a:solidFill>
              </a:rPr>
              <a:t>ifadesi</a:t>
            </a:r>
            <a:r>
              <a:rPr lang="en-US" altLang="en-US" sz="2500" dirty="0">
                <a:solidFill>
                  <a:srgbClr val="000000"/>
                </a:solidFill>
              </a:rPr>
              <a:t> </a:t>
            </a:r>
            <a:r>
              <a:rPr lang="en-US" altLang="en-US" sz="2500" dirty="0" err="1">
                <a:solidFill>
                  <a:srgbClr val="000000"/>
                </a:solidFill>
              </a:rPr>
              <a:t>olmalıdır</a:t>
            </a:r>
            <a:r>
              <a:rPr lang="en-US" altLang="en-US" sz="2500" dirty="0">
                <a:solidFill>
                  <a:srgbClr val="000000"/>
                </a:solidFill>
              </a:rPr>
              <a:t>.</a:t>
            </a:r>
            <a:endParaRPr kumimoji="0" lang="en-US" altLang="en-US" sz="2500" b="0" i="0" u="none" strike="noStrike" kern="1200" cap="none" spc="0" normalizeH="0" baseline="0" noProof="0" dirty="0">
              <a:ln>
                <a:noFill/>
              </a:ln>
              <a:solidFill>
                <a:srgbClr val="000000"/>
              </a:solidFill>
              <a:effectLst/>
              <a:uLnTx/>
              <a:uFillTx/>
              <a:latin typeface="Calibri"/>
              <a:ea typeface="+mn-ea"/>
              <a:cs typeface="+mn-cs"/>
            </a:endParaRPr>
          </a:p>
        </p:txBody>
      </p:sp>
    </p:spTree>
    <p:extLst>
      <p:ext uri="{BB962C8B-B14F-4D97-AF65-F5344CB8AC3E}">
        <p14:creationId xmlns:p14="http://schemas.microsoft.com/office/powerpoint/2010/main" val="16113473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2">
            <a:extLst>
              <a:ext uri="{FF2B5EF4-FFF2-40B4-BE49-F238E27FC236}">
                <a16:creationId xmlns:a16="http://schemas.microsoft.com/office/drawing/2014/main" id="{D6BF08CC-C6CD-4A69-8160-7536352B36DE}"/>
              </a:ext>
            </a:extLst>
          </p:cNvPr>
          <p:cNvSpPr txBox="1">
            <a:spLocks/>
          </p:cNvSpPr>
          <p:nvPr/>
        </p:nvSpPr>
        <p:spPr>
          <a:xfrm>
            <a:off x="838200" y="1897062"/>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u="none"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defRPr/>
            </a:pPr>
            <a:r>
              <a:rPr lang="en-US" altLang="en-US" dirty="0" err="1">
                <a:solidFill>
                  <a:srgbClr val="000000"/>
                </a:solidFill>
              </a:rPr>
              <a:t>Örneğin</a:t>
            </a:r>
            <a:r>
              <a:rPr lang="en-US" altLang="en-US" dirty="0">
                <a:solidFill>
                  <a:srgbClr val="000000"/>
                </a:solidFill>
              </a:rPr>
              <a:t>, a = 5 </a:t>
            </a:r>
            <a:r>
              <a:rPr lang="en-US" altLang="en-US" dirty="0" err="1">
                <a:solidFill>
                  <a:srgbClr val="000000"/>
                </a:solidFill>
              </a:rPr>
              <a:t>ve</a:t>
            </a:r>
            <a:r>
              <a:rPr lang="en-US" altLang="en-US" dirty="0">
                <a:solidFill>
                  <a:srgbClr val="000000"/>
                </a:solidFill>
              </a:rPr>
              <a:t> b = 6 </a:t>
            </a:r>
            <a:r>
              <a:rPr lang="en-US" altLang="en-US" dirty="0" err="1">
                <a:solidFill>
                  <a:srgbClr val="000000"/>
                </a:solidFill>
              </a:rPr>
              <a:t>ise</a:t>
            </a:r>
            <a:r>
              <a:rPr lang="en-US" altLang="en-US" dirty="0">
                <a:solidFill>
                  <a:srgbClr val="000000"/>
                </a:solidFill>
              </a:rPr>
              <a:t>,</a:t>
            </a:r>
            <a:r>
              <a:rPr lang="tr-TR" altLang="en-US" dirty="0">
                <a:solidFill>
                  <a:srgbClr val="000000"/>
                </a:solidFill>
              </a:rPr>
              <a:t>	</a:t>
            </a:r>
          </a:p>
          <a:p>
            <a:pPr lvl="1">
              <a:defRPr/>
            </a:pPr>
            <a:r>
              <a:rPr lang="en-US" altLang="en-US" dirty="0">
                <a:solidFill>
                  <a:srgbClr val="000000"/>
                </a:solidFill>
              </a:rPr>
              <a:t>c[a + b] += 2;
c[11] dizi </a:t>
            </a:r>
            <a:r>
              <a:rPr lang="en-US" altLang="en-US" dirty="0" err="1">
                <a:solidFill>
                  <a:srgbClr val="000000"/>
                </a:solidFill>
              </a:rPr>
              <a:t>elemanına</a:t>
            </a:r>
            <a:r>
              <a:rPr lang="en-US" altLang="en-US" dirty="0">
                <a:solidFill>
                  <a:srgbClr val="000000"/>
                </a:solidFill>
              </a:rPr>
              <a:t> 2 </a:t>
            </a:r>
            <a:r>
              <a:rPr lang="tr-TR" altLang="en-US">
                <a:solidFill>
                  <a:srgbClr val="000000"/>
                </a:solidFill>
              </a:rPr>
              <a:t>değerini artırarak yazar.</a:t>
            </a:r>
            <a:r>
              <a:rPr lang="en-US" altLang="en-US" dirty="0">
                <a:solidFill>
                  <a:srgbClr val="000000"/>
                </a:solidFill>
              </a:rPr>
              <a:t>
</a:t>
            </a:r>
            <a:r>
              <a:rPr lang="en-US" altLang="en-US" dirty="0" err="1">
                <a:solidFill>
                  <a:srgbClr val="000000"/>
                </a:solidFill>
              </a:rPr>
              <a:t>Dizinlenmiş</a:t>
            </a:r>
            <a:r>
              <a:rPr lang="en-US" altLang="en-US" dirty="0">
                <a:solidFill>
                  <a:srgbClr val="000000"/>
                </a:solidFill>
              </a:rPr>
              <a:t> dizi </a:t>
            </a:r>
            <a:r>
              <a:rPr lang="en-US" altLang="en-US" dirty="0" err="1">
                <a:solidFill>
                  <a:srgbClr val="000000"/>
                </a:solidFill>
              </a:rPr>
              <a:t>adı</a:t>
            </a:r>
            <a:r>
              <a:rPr lang="en-US" altLang="en-US" dirty="0">
                <a:solidFill>
                  <a:srgbClr val="000000"/>
                </a:solidFill>
              </a:rPr>
              <a:t> </a:t>
            </a:r>
            <a:r>
              <a:rPr lang="en-US" altLang="en-US" dirty="0" err="1">
                <a:solidFill>
                  <a:srgbClr val="000000"/>
                </a:solidFill>
              </a:rPr>
              <a:t>atamanın</a:t>
            </a:r>
            <a:r>
              <a:rPr lang="en-US" altLang="en-US" dirty="0">
                <a:solidFill>
                  <a:srgbClr val="000000"/>
                </a:solidFill>
              </a:rPr>
              <a:t> sol </a:t>
            </a:r>
            <a:r>
              <a:rPr lang="en-US" altLang="en-US" dirty="0" err="1">
                <a:solidFill>
                  <a:srgbClr val="000000"/>
                </a:solidFill>
              </a:rPr>
              <a:t>tarafında</a:t>
            </a:r>
            <a:r>
              <a:rPr lang="en-US" altLang="en-US" dirty="0">
                <a:solidFill>
                  <a:srgbClr val="000000"/>
                </a:solidFill>
              </a:rPr>
              <a:t> </a:t>
            </a:r>
            <a:r>
              <a:rPr lang="en-US" altLang="en-US" dirty="0" err="1">
                <a:solidFill>
                  <a:srgbClr val="000000"/>
                </a:solidFill>
              </a:rPr>
              <a:t>kullanılabilir</a:t>
            </a:r>
            <a:r>
              <a:rPr lang="en-US" altLang="en-US" dirty="0">
                <a:solidFill>
                  <a:srgbClr val="000000"/>
                </a:solidFill>
              </a:rPr>
              <a:t>.</a:t>
            </a:r>
            <a:endParaRPr kumimoji="0" lang="en-US" altLang="en-US" b="0" i="0" u="none" strike="noStrike" kern="1200" cap="none" spc="0" normalizeH="0" baseline="0" noProof="0" dirty="0">
              <a:ln>
                <a:noFill/>
              </a:ln>
              <a:solidFill>
                <a:srgbClr val="000000"/>
              </a:solidFill>
              <a:effectLst/>
              <a:uLnTx/>
              <a:uFillTx/>
              <a:latin typeface="Calibri"/>
              <a:ea typeface="+mn-ea"/>
              <a:cs typeface="+mn-cs"/>
            </a:endParaRPr>
          </a:p>
        </p:txBody>
      </p:sp>
      <p:sp>
        <p:nvSpPr>
          <p:cNvPr id="7" name="Başlık 1">
            <a:extLst>
              <a:ext uri="{FF2B5EF4-FFF2-40B4-BE49-F238E27FC236}">
                <a16:creationId xmlns:a16="http://schemas.microsoft.com/office/drawing/2014/main" id="{E39B73E3-B959-4F6F-B6F5-71EEF59C97A5}"/>
              </a:ext>
            </a:extLst>
          </p:cNvPr>
          <p:cNvSpPr txBox="1">
            <a:spLocks/>
          </p:cNvSpPr>
          <p:nvPr/>
        </p:nvSpPr>
        <p:spPr>
          <a:xfrm>
            <a:off x="990600" y="5175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err="1">
                <a:solidFill>
                  <a:srgbClr val="3380E6"/>
                </a:solidFill>
                <a:latin typeface="Calibri" panose="020F0502020204030204" pitchFamily="34" charset="0"/>
              </a:rPr>
              <a:t>Diziler</a:t>
            </a:r>
            <a:r>
              <a:rPr lang="tr-TR" dirty="0">
                <a:solidFill>
                  <a:srgbClr val="3380E6"/>
                </a:solidFill>
                <a:latin typeface="Calibri" panose="020F0502020204030204" pitchFamily="34" charset="0"/>
              </a:rPr>
              <a:t> (</a:t>
            </a:r>
            <a:r>
              <a:rPr lang="tr-TR" dirty="0" err="1">
                <a:solidFill>
                  <a:srgbClr val="3380E6"/>
                </a:solidFill>
                <a:latin typeface="Calibri" panose="020F0502020204030204" pitchFamily="34" charset="0"/>
              </a:rPr>
              <a:t>Arrays</a:t>
            </a:r>
            <a:r>
              <a:rPr lang="tr-TR" dirty="0">
                <a:solidFill>
                  <a:srgbClr val="3380E6"/>
                </a:solidFill>
                <a:latin typeface="Calibri" panose="020F0502020204030204" pitchFamily="34" charset="0"/>
              </a:rPr>
              <a:t>)</a:t>
            </a:r>
            <a:endParaRPr lang="tr-TR" dirty="0"/>
          </a:p>
        </p:txBody>
      </p:sp>
    </p:spTree>
    <p:extLst>
      <p:ext uri="{BB962C8B-B14F-4D97-AF65-F5344CB8AC3E}">
        <p14:creationId xmlns:p14="http://schemas.microsoft.com/office/powerpoint/2010/main" val="24044789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2">
            <a:extLst>
              <a:ext uri="{FF2B5EF4-FFF2-40B4-BE49-F238E27FC236}">
                <a16:creationId xmlns:a16="http://schemas.microsoft.com/office/drawing/2014/main" id="{632F68B3-0CA8-4EC1-8DBF-A857DB9A2E4B}"/>
              </a:ext>
            </a:extLst>
          </p:cNvPr>
          <p:cNvSpPr>
            <a:spLocks noGrp="1"/>
          </p:cNvSpPr>
          <p:nvPr>
            <p:ph idx="1"/>
          </p:nvPr>
        </p:nvSpPr>
        <p:spPr>
          <a:xfrm>
            <a:off x="838200" y="1825625"/>
            <a:ext cx="10515600" cy="4351338"/>
          </a:xfrm>
        </p:spPr>
        <p:txBody>
          <a:bodyPr/>
          <a:lstStyle/>
          <a:p>
            <a:r>
              <a:rPr lang="en-US" altLang="en-US" sz="2500" dirty="0" err="1">
                <a:solidFill>
                  <a:srgbClr val="000000"/>
                </a:solidFill>
              </a:rPr>
              <a:t>Dizinin</a:t>
            </a:r>
            <a:r>
              <a:rPr lang="en-US" altLang="en-US" sz="2500" dirty="0">
                <a:solidFill>
                  <a:srgbClr val="000000"/>
                </a:solidFill>
              </a:rPr>
              <a:t> </a:t>
            </a:r>
            <a:r>
              <a:rPr lang="en-US" altLang="en-US" sz="2500" dirty="0" err="1">
                <a:solidFill>
                  <a:srgbClr val="000000"/>
                </a:solidFill>
              </a:rPr>
              <a:t>adı</a:t>
            </a:r>
            <a:r>
              <a:rPr lang="en-US" altLang="en-US" sz="2500" dirty="0">
                <a:solidFill>
                  <a:srgbClr val="000000"/>
                </a:solidFill>
              </a:rPr>
              <a:t> </a:t>
            </a:r>
            <a:r>
              <a:rPr lang="en-US" altLang="en-US" sz="2500" dirty="0" err="1">
                <a:solidFill>
                  <a:srgbClr val="000000"/>
                </a:solidFill>
              </a:rPr>
              <a:t>c'dir</a:t>
            </a:r>
            <a:r>
              <a:rPr lang="en-US" altLang="en-US" sz="2500" dirty="0">
                <a:solidFill>
                  <a:srgbClr val="000000"/>
                </a:solidFill>
              </a:rPr>
              <a:t>. 
12 </a:t>
            </a:r>
            <a:r>
              <a:rPr lang="en-US" altLang="en-US" sz="2500" dirty="0" err="1">
                <a:solidFill>
                  <a:srgbClr val="000000"/>
                </a:solidFill>
              </a:rPr>
              <a:t>elem</a:t>
            </a:r>
            <a:r>
              <a:rPr lang="tr-TR" altLang="en-US" sz="2500" dirty="0">
                <a:solidFill>
                  <a:srgbClr val="000000"/>
                </a:solidFill>
              </a:rPr>
              <a:t>anlı</a:t>
            </a:r>
            <a:r>
              <a:rPr lang="en-US" altLang="en-US" sz="2500" dirty="0">
                <a:solidFill>
                  <a:srgbClr val="000000"/>
                </a:solidFill>
              </a:rPr>
              <a:t> c[0], c[1], c[2], ..., c[10] </a:t>
            </a:r>
            <a:r>
              <a:rPr lang="en-US" altLang="en-US" sz="2500" dirty="0" err="1">
                <a:solidFill>
                  <a:srgbClr val="000000"/>
                </a:solidFill>
              </a:rPr>
              <a:t>ve</a:t>
            </a:r>
            <a:r>
              <a:rPr lang="en-US" altLang="en-US" sz="2500" dirty="0">
                <a:solidFill>
                  <a:srgbClr val="000000"/>
                </a:solidFill>
              </a:rPr>
              <a:t> c[11] </a:t>
            </a:r>
            <a:r>
              <a:rPr lang="en-US" altLang="en-US" sz="2500" dirty="0" err="1">
                <a:solidFill>
                  <a:srgbClr val="000000"/>
                </a:solidFill>
              </a:rPr>
              <a:t>olarak</a:t>
            </a:r>
            <a:r>
              <a:rPr lang="en-US" altLang="en-US" sz="2500" dirty="0">
                <a:solidFill>
                  <a:srgbClr val="000000"/>
                </a:solidFill>
              </a:rPr>
              <a:t> </a:t>
            </a:r>
            <a:r>
              <a:rPr lang="en-US" altLang="en-US" sz="2500" dirty="0" err="1">
                <a:solidFill>
                  <a:srgbClr val="000000"/>
                </a:solidFill>
              </a:rPr>
              <a:t>adlandırılır</a:t>
            </a:r>
            <a:r>
              <a:rPr lang="en-US" altLang="en-US" sz="2500" dirty="0">
                <a:solidFill>
                  <a:srgbClr val="000000"/>
                </a:solidFill>
              </a:rPr>
              <a:t>. 
c[0]'da </a:t>
            </a:r>
            <a:r>
              <a:rPr lang="en-US" altLang="en-US" sz="2500" dirty="0" err="1">
                <a:solidFill>
                  <a:srgbClr val="000000"/>
                </a:solidFill>
              </a:rPr>
              <a:t>saklanan</a:t>
            </a:r>
            <a:r>
              <a:rPr lang="en-US" altLang="en-US" sz="2500" dirty="0">
                <a:solidFill>
                  <a:srgbClr val="000000"/>
                </a:solidFill>
              </a:rPr>
              <a:t> </a:t>
            </a:r>
            <a:r>
              <a:rPr lang="en-US" altLang="en-US" sz="2500" dirty="0" err="1">
                <a:solidFill>
                  <a:srgbClr val="000000"/>
                </a:solidFill>
              </a:rPr>
              <a:t>değer</a:t>
            </a:r>
            <a:r>
              <a:rPr lang="en-US" altLang="en-US" sz="2500" dirty="0">
                <a:solidFill>
                  <a:srgbClr val="000000"/>
                </a:solidFill>
              </a:rPr>
              <a:t> –45, c[1]'in </a:t>
            </a:r>
            <a:r>
              <a:rPr lang="en-US" altLang="en-US" sz="2500" dirty="0" err="1">
                <a:solidFill>
                  <a:srgbClr val="000000"/>
                </a:solidFill>
              </a:rPr>
              <a:t>değeri</a:t>
            </a:r>
            <a:r>
              <a:rPr lang="en-US" altLang="en-US" sz="2500" dirty="0">
                <a:solidFill>
                  <a:srgbClr val="000000"/>
                </a:solidFill>
              </a:rPr>
              <a:t> 6, c[2] 0, c[7] 62 </a:t>
            </a:r>
            <a:r>
              <a:rPr lang="en-US" altLang="en-US" sz="2500" dirty="0" err="1">
                <a:solidFill>
                  <a:srgbClr val="000000"/>
                </a:solidFill>
              </a:rPr>
              <a:t>ve</a:t>
            </a:r>
            <a:r>
              <a:rPr lang="en-US" altLang="en-US" sz="2500" dirty="0">
                <a:solidFill>
                  <a:srgbClr val="000000"/>
                </a:solidFill>
              </a:rPr>
              <a:t> c[11]'de </a:t>
            </a:r>
            <a:r>
              <a:rPr lang="en-US" altLang="en-US" sz="2500" dirty="0" err="1">
                <a:solidFill>
                  <a:srgbClr val="000000"/>
                </a:solidFill>
              </a:rPr>
              <a:t>saklanan</a:t>
            </a:r>
            <a:r>
              <a:rPr lang="en-US" altLang="en-US" sz="2500" dirty="0">
                <a:solidFill>
                  <a:srgbClr val="000000"/>
                </a:solidFill>
              </a:rPr>
              <a:t> </a:t>
            </a:r>
            <a:r>
              <a:rPr lang="en-US" altLang="en-US" sz="2500" dirty="0" err="1">
                <a:solidFill>
                  <a:srgbClr val="000000"/>
                </a:solidFill>
              </a:rPr>
              <a:t>değer</a:t>
            </a:r>
            <a:r>
              <a:rPr lang="en-US" altLang="en-US" sz="2500" dirty="0">
                <a:solidFill>
                  <a:srgbClr val="000000"/>
                </a:solidFill>
              </a:rPr>
              <a:t> 78'dir. 
c </a:t>
            </a:r>
            <a:r>
              <a:rPr lang="en-US" altLang="en-US" sz="2500" dirty="0" err="1">
                <a:solidFill>
                  <a:srgbClr val="000000"/>
                </a:solidFill>
              </a:rPr>
              <a:t>dizisinin</a:t>
            </a:r>
            <a:r>
              <a:rPr lang="en-US" altLang="en-US" sz="2500" dirty="0">
                <a:solidFill>
                  <a:srgbClr val="000000"/>
                </a:solidFill>
              </a:rPr>
              <a:t> ilk </a:t>
            </a:r>
            <a:r>
              <a:rPr lang="en-US" altLang="en-US" sz="2500" dirty="0" err="1">
                <a:solidFill>
                  <a:srgbClr val="000000"/>
                </a:solidFill>
              </a:rPr>
              <a:t>üç</a:t>
            </a:r>
            <a:r>
              <a:rPr lang="en-US" altLang="en-US" sz="2500" dirty="0">
                <a:solidFill>
                  <a:srgbClr val="000000"/>
                </a:solidFill>
              </a:rPr>
              <a:t> </a:t>
            </a:r>
            <a:r>
              <a:rPr lang="en-US" altLang="en-US" sz="2500" dirty="0" err="1">
                <a:solidFill>
                  <a:srgbClr val="000000"/>
                </a:solidFill>
              </a:rPr>
              <a:t>öğesinde</a:t>
            </a:r>
            <a:r>
              <a:rPr lang="en-US" altLang="en-US" sz="2500" dirty="0">
                <a:solidFill>
                  <a:srgbClr val="000000"/>
                </a:solidFill>
              </a:rPr>
              <a:t> </a:t>
            </a:r>
            <a:r>
              <a:rPr lang="en-US" altLang="en-US" sz="2500" dirty="0" err="1">
                <a:solidFill>
                  <a:srgbClr val="000000"/>
                </a:solidFill>
              </a:rPr>
              <a:t>yer</a:t>
            </a:r>
            <a:r>
              <a:rPr lang="en-US" altLang="en-US" sz="2500" dirty="0">
                <a:solidFill>
                  <a:srgbClr val="000000"/>
                </a:solidFill>
              </a:rPr>
              <a:t> </a:t>
            </a:r>
            <a:r>
              <a:rPr lang="en-US" altLang="en-US" sz="2500" dirty="0" err="1">
                <a:solidFill>
                  <a:srgbClr val="000000"/>
                </a:solidFill>
              </a:rPr>
              <a:t>alan</a:t>
            </a:r>
            <a:r>
              <a:rPr lang="en-US" altLang="en-US" sz="2500" dirty="0">
                <a:solidFill>
                  <a:srgbClr val="000000"/>
                </a:solidFill>
              </a:rPr>
              <a:t> </a:t>
            </a:r>
            <a:r>
              <a:rPr lang="en-US" altLang="en-US" sz="2500" dirty="0" err="1">
                <a:solidFill>
                  <a:srgbClr val="000000"/>
                </a:solidFill>
              </a:rPr>
              <a:t>değerlerin</a:t>
            </a:r>
            <a:r>
              <a:rPr lang="en-US" altLang="en-US" sz="2500" dirty="0">
                <a:solidFill>
                  <a:srgbClr val="000000"/>
                </a:solidFill>
              </a:rPr>
              <a:t> </a:t>
            </a:r>
            <a:r>
              <a:rPr lang="en-US" altLang="en-US" sz="2500" dirty="0" err="1">
                <a:solidFill>
                  <a:srgbClr val="000000"/>
                </a:solidFill>
              </a:rPr>
              <a:t>toplamını</a:t>
            </a:r>
            <a:r>
              <a:rPr lang="en-US" altLang="en-US" sz="2500" dirty="0">
                <a:solidFill>
                  <a:srgbClr val="000000"/>
                </a:solidFill>
              </a:rPr>
              <a:t> </a:t>
            </a:r>
            <a:r>
              <a:rPr lang="en-US" altLang="en-US" sz="2500" dirty="0" err="1">
                <a:solidFill>
                  <a:srgbClr val="000000"/>
                </a:solidFill>
              </a:rPr>
              <a:t>yazdırmak</a:t>
            </a:r>
            <a:r>
              <a:rPr lang="en-US" altLang="en-US" sz="2500" dirty="0">
                <a:solidFill>
                  <a:srgbClr val="000000"/>
                </a:solidFill>
              </a:rPr>
              <a:t> </a:t>
            </a:r>
            <a:r>
              <a:rPr lang="en-US" altLang="en-US" sz="2500" dirty="0" err="1">
                <a:solidFill>
                  <a:srgbClr val="000000"/>
                </a:solidFill>
              </a:rPr>
              <a:t>için</a:t>
            </a:r>
            <a:r>
              <a:rPr lang="en-US" altLang="en-US" sz="2500" dirty="0">
                <a:solidFill>
                  <a:srgbClr val="000000"/>
                </a:solidFill>
              </a:rPr>
              <a:t> </a:t>
            </a:r>
            <a:r>
              <a:rPr lang="en-US" altLang="en-US" sz="2500" dirty="0" err="1">
                <a:solidFill>
                  <a:srgbClr val="000000"/>
                </a:solidFill>
              </a:rPr>
              <a:t>şunu</a:t>
            </a:r>
            <a:r>
              <a:rPr lang="en-US" altLang="en-US" sz="2500" dirty="0">
                <a:solidFill>
                  <a:srgbClr val="000000"/>
                </a:solidFill>
              </a:rPr>
              <a:t> </a:t>
            </a:r>
            <a:r>
              <a:rPr lang="en-US" altLang="en-US" sz="2500" dirty="0" err="1">
                <a:solidFill>
                  <a:srgbClr val="000000"/>
                </a:solidFill>
              </a:rPr>
              <a:t>yazarız</a:t>
            </a:r>
            <a:r>
              <a:rPr lang="en-US" altLang="en-US" sz="2500" dirty="0">
                <a:solidFill>
                  <a:srgbClr val="000000"/>
                </a:solidFill>
              </a:rPr>
              <a:t>:</a:t>
            </a:r>
            <a:endParaRPr lang="tr-TR" altLang="en-US" sz="2500" dirty="0">
              <a:solidFill>
                <a:srgbClr val="000000"/>
              </a:solidFill>
            </a:endParaRPr>
          </a:p>
          <a:p>
            <a:pPr lvl="1"/>
            <a:r>
              <a:rPr lang="en-US" altLang="en-US" sz="2100" dirty="0" err="1">
                <a:solidFill>
                  <a:srgbClr val="000000"/>
                </a:solidFill>
              </a:rPr>
              <a:t>printf</a:t>
            </a:r>
            <a:r>
              <a:rPr lang="en-US" altLang="en-US" sz="2100" dirty="0">
                <a:solidFill>
                  <a:srgbClr val="000000"/>
                </a:solidFill>
              </a:rPr>
              <a:t>("%d", c[0] + c[1] + c[2]);
c </a:t>
            </a:r>
            <a:r>
              <a:rPr lang="en-US" altLang="en-US" sz="2100" dirty="0" err="1">
                <a:solidFill>
                  <a:srgbClr val="000000"/>
                </a:solidFill>
              </a:rPr>
              <a:t>dizisinin</a:t>
            </a:r>
            <a:r>
              <a:rPr lang="en-US" altLang="en-US" sz="2100" dirty="0">
                <a:solidFill>
                  <a:srgbClr val="000000"/>
                </a:solidFill>
              </a:rPr>
              <a:t> 7. </a:t>
            </a:r>
            <a:r>
              <a:rPr lang="en-US" altLang="en-US" sz="2100" dirty="0" err="1">
                <a:solidFill>
                  <a:srgbClr val="000000"/>
                </a:solidFill>
              </a:rPr>
              <a:t>öğesinin</a:t>
            </a:r>
            <a:r>
              <a:rPr lang="en-US" altLang="en-US" sz="2100" dirty="0">
                <a:solidFill>
                  <a:srgbClr val="000000"/>
                </a:solidFill>
              </a:rPr>
              <a:t> </a:t>
            </a:r>
            <a:r>
              <a:rPr lang="en-US" altLang="en-US" sz="2100" dirty="0" err="1">
                <a:solidFill>
                  <a:srgbClr val="000000"/>
                </a:solidFill>
              </a:rPr>
              <a:t>değerini</a:t>
            </a:r>
            <a:r>
              <a:rPr lang="en-US" altLang="en-US" sz="2100" dirty="0">
                <a:solidFill>
                  <a:srgbClr val="000000"/>
                </a:solidFill>
              </a:rPr>
              <a:t> 2'ye </a:t>
            </a:r>
            <a:r>
              <a:rPr lang="en-US" altLang="en-US" sz="2100" dirty="0" err="1">
                <a:solidFill>
                  <a:srgbClr val="000000"/>
                </a:solidFill>
              </a:rPr>
              <a:t>bölmek</a:t>
            </a:r>
            <a:r>
              <a:rPr lang="en-US" altLang="en-US" sz="2100" dirty="0">
                <a:solidFill>
                  <a:srgbClr val="000000"/>
                </a:solidFill>
              </a:rPr>
              <a:t> </a:t>
            </a:r>
            <a:r>
              <a:rPr lang="en-US" altLang="en-US" sz="2100" dirty="0" err="1">
                <a:solidFill>
                  <a:srgbClr val="000000"/>
                </a:solidFill>
              </a:rPr>
              <a:t>ve</a:t>
            </a:r>
            <a:r>
              <a:rPr lang="en-US" altLang="en-US" sz="2100" dirty="0">
                <a:solidFill>
                  <a:srgbClr val="000000"/>
                </a:solidFill>
              </a:rPr>
              <a:t> </a:t>
            </a:r>
            <a:r>
              <a:rPr lang="en-US" altLang="en-US" sz="2100" dirty="0" err="1">
                <a:solidFill>
                  <a:srgbClr val="000000"/>
                </a:solidFill>
              </a:rPr>
              <a:t>sonucu</a:t>
            </a:r>
            <a:r>
              <a:rPr lang="en-US" altLang="en-US" sz="2100" dirty="0">
                <a:solidFill>
                  <a:srgbClr val="000000"/>
                </a:solidFill>
              </a:rPr>
              <a:t> x </a:t>
            </a:r>
            <a:r>
              <a:rPr lang="en-US" altLang="en-US" sz="2100" dirty="0" err="1">
                <a:solidFill>
                  <a:srgbClr val="000000"/>
                </a:solidFill>
              </a:rPr>
              <a:t>değişkenine</a:t>
            </a:r>
            <a:r>
              <a:rPr lang="en-US" altLang="en-US" sz="2100" dirty="0">
                <a:solidFill>
                  <a:srgbClr val="000000"/>
                </a:solidFill>
              </a:rPr>
              <a:t> </a:t>
            </a:r>
            <a:r>
              <a:rPr lang="en-US" altLang="en-US" sz="2100" dirty="0" err="1">
                <a:solidFill>
                  <a:srgbClr val="000000"/>
                </a:solidFill>
              </a:rPr>
              <a:t>atamak</a:t>
            </a:r>
            <a:r>
              <a:rPr lang="en-US" altLang="en-US" sz="2100" dirty="0">
                <a:solidFill>
                  <a:srgbClr val="000000"/>
                </a:solidFill>
              </a:rPr>
              <a:t> </a:t>
            </a:r>
            <a:r>
              <a:rPr lang="en-US" altLang="en-US" sz="2100" dirty="0" err="1">
                <a:solidFill>
                  <a:srgbClr val="000000"/>
                </a:solidFill>
              </a:rPr>
              <a:t>için</a:t>
            </a:r>
            <a:r>
              <a:rPr lang="tr-TR" altLang="en-US" sz="2100" dirty="0">
                <a:solidFill>
                  <a:srgbClr val="000000"/>
                </a:solidFill>
              </a:rPr>
              <a:t> yazılır</a:t>
            </a:r>
            <a:endParaRPr lang="en-US" altLang="en-US" sz="1500" dirty="0">
              <a:solidFill>
                <a:srgbClr val="000000"/>
              </a:solidFill>
              <a:latin typeface="Consolas" panose="020B0609020204030204" pitchFamily="49" charset="0"/>
            </a:endParaRPr>
          </a:p>
        </p:txBody>
      </p:sp>
    </p:spTree>
    <p:extLst>
      <p:ext uri="{BB962C8B-B14F-4D97-AF65-F5344CB8AC3E}">
        <p14:creationId xmlns:p14="http://schemas.microsoft.com/office/powerpoint/2010/main" val="16316768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2">
            <a:extLst>
              <a:ext uri="{FF2B5EF4-FFF2-40B4-BE49-F238E27FC236}">
                <a16:creationId xmlns:a16="http://schemas.microsoft.com/office/drawing/2014/main" id="{C8822F16-D89D-4D54-8955-B9F3E1550AEB}"/>
              </a:ext>
            </a:extLst>
          </p:cNvPr>
          <p:cNvSpPr txBox="1">
            <a:spLocks/>
          </p:cNvSpPr>
          <p:nvPr/>
        </p:nvSpPr>
        <p:spPr>
          <a:xfrm>
            <a:off x="838200" y="18256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dirty="0">
                <a:solidFill>
                  <a:srgbClr val="000000"/>
                </a:solidFill>
              </a:rPr>
              <a:t>Bir </a:t>
            </a:r>
            <a:r>
              <a:rPr lang="en-US" altLang="en-US" dirty="0" err="1">
                <a:solidFill>
                  <a:srgbClr val="000000"/>
                </a:solidFill>
              </a:rPr>
              <a:t>dizinin</a:t>
            </a:r>
            <a:r>
              <a:rPr lang="en-US" altLang="en-US" dirty="0">
                <a:solidFill>
                  <a:srgbClr val="000000"/>
                </a:solidFill>
              </a:rPr>
              <a:t> </a:t>
            </a:r>
            <a:r>
              <a:rPr lang="en-US" altLang="en-US" dirty="0" err="1">
                <a:solidFill>
                  <a:srgbClr val="000000"/>
                </a:solidFill>
              </a:rPr>
              <a:t>dizinini</a:t>
            </a:r>
            <a:r>
              <a:rPr lang="en-US" altLang="en-US" dirty="0">
                <a:solidFill>
                  <a:srgbClr val="000000"/>
                </a:solidFill>
              </a:rPr>
              <a:t> </a:t>
            </a:r>
            <a:r>
              <a:rPr lang="en-US" altLang="en-US" dirty="0" err="1">
                <a:solidFill>
                  <a:srgbClr val="000000"/>
                </a:solidFill>
              </a:rPr>
              <a:t>içine</a:t>
            </a:r>
            <a:r>
              <a:rPr lang="en-US" altLang="en-US" dirty="0">
                <a:solidFill>
                  <a:srgbClr val="000000"/>
                </a:solidFill>
              </a:rPr>
              <a:t> </a:t>
            </a:r>
            <a:r>
              <a:rPr lang="en-US" altLang="en-US" dirty="0" err="1">
                <a:solidFill>
                  <a:srgbClr val="000000"/>
                </a:solidFill>
              </a:rPr>
              <a:t>almak</a:t>
            </a:r>
            <a:r>
              <a:rPr lang="en-US" altLang="en-US" dirty="0">
                <a:solidFill>
                  <a:srgbClr val="000000"/>
                </a:solidFill>
              </a:rPr>
              <a:t> </a:t>
            </a:r>
            <a:r>
              <a:rPr lang="en-US" altLang="en-US" dirty="0" err="1">
                <a:solidFill>
                  <a:srgbClr val="000000"/>
                </a:solidFill>
              </a:rPr>
              <a:t>için</a:t>
            </a:r>
            <a:r>
              <a:rPr lang="en-US" altLang="en-US" dirty="0">
                <a:solidFill>
                  <a:srgbClr val="000000"/>
                </a:solidFill>
              </a:rPr>
              <a:t> </a:t>
            </a:r>
            <a:r>
              <a:rPr lang="en-US" altLang="en-US" dirty="0" err="1">
                <a:solidFill>
                  <a:srgbClr val="000000"/>
                </a:solidFill>
              </a:rPr>
              <a:t>kullanılan</a:t>
            </a:r>
            <a:r>
              <a:rPr lang="en-US" altLang="en-US" dirty="0">
                <a:solidFill>
                  <a:srgbClr val="000000"/>
                </a:solidFill>
              </a:rPr>
              <a:t> </a:t>
            </a:r>
            <a:r>
              <a:rPr lang="en-US" altLang="en-US" dirty="0" err="1">
                <a:solidFill>
                  <a:srgbClr val="000000"/>
                </a:solidFill>
              </a:rPr>
              <a:t>parantezler</a:t>
            </a:r>
            <a:r>
              <a:rPr lang="en-US" altLang="en-US" dirty="0">
                <a:solidFill>
                  <a:srgbClr val="000000"/>
                </a:solidFill>
              </a:rPr>
              <a:t> </a:t>
            </a:r>
            <a:r>
              <a:rPr lang="en-US" altLang="en-US" dirty="0" err="1">
                <a:solidFill>
                  <a:srgbClr val="000000"/>
                </a:solidFill>
              </a:rPr>
              <a:t>aslında</a:t>
            </a:r>
            <a:r>
              <a:rPr lang="en-US" altLang="en-US" dirty="0">
                <a:solidFill>
                  <a:srgbClr val="000000"/>
                </a:solidFill>
              </a:rPr>
              <a:t> </a:t>
            </a:r>
            <a:r>
              <a:rPr lang="en-US" altLang="en-US" dirty="0" err="1">
                <a:solidFill>
                  <a:srgbClr val="000000"/>
                </a:solidFill>
              </a:rPr>
              <a:t>C'de</a:t>
            </a:r>
            <a:r>
              <a:rPr lang="en-US" altLang="en-US" dirty="0">
                <a:solidFill>
                  <a:srgbClr val="000000"/>
                </a:solidFill>
              </a:rPr>
              <a:t> </a:t>
            </a:r>
            <a:r>
              <a:rPr lang="en-US" altLang="en-US" dirty="0" err="1">
                <a:solidFill>
                  <a:srgbClr val="000000"/>
                </a:solidFill>
              </a:rPr>
              <a:t>bir</a:t>
            </a:r>
            <a:r>
              <a:rPr lang="en-US" altLang="en-US" dirty="0">
                <a:solidFill>
                  <a:srgbClr val="000000"/>
                </a:solidFill>
              </a:rPr>
              <a:t> </a:t>
            </a:r>
            <a:r>
              <a:rPr lang="en-US" altLang="en-US" dirty="0" err="1">
                <a:solidFill>
                  <a:srgbClr val="000000"/>
                </a:solidFill>
              </a:rPr>
              <a:t>operatör</a:t>
            </a:r>
            <a:r>
              <a:rPr lang="en-US" altLang="en-US" dirty="0">
                <a:solidFill>
                  <a:srgbClr val="000000"/>
                </a:solidFill>
              </a:rPr>
              <a:t> </a:t>
            </a:r>
            <a:r>
              <a:rPr lang="en-US" altLang="en-US" dirty="0" err="1">
                <a:solidFill>
                  <a:srgbClr val="000000"/>
                </a:solidFill>
              </a:rPr>
              <a:t>olarak</a:t>
            </a:r>
            <a:r>
              <a:rPr lang="en-US" altLang="en-US" dirty="0">
                <a:solidFill>
                  <a:srgbClr val="000000"/>
                </a:solidFill>
              </a:rPr>
              <a:t> </a:t>
            </a:r>
            <a:r>
              <a:rPr lang="en-US" altLang="en-US" dirty="0" err="1">
                <a:solidFill>
                  <a:srgbClr val="000000"/>
                </a:solidFill>
              </a:rPr>
              <a:t>kabul</a:t>
            </a:r>
            <a:r>
              <a:rPr lang="en-US" altLang="en-US" dirty="0">
                <a:solidFill>
                  <a:srgbClr val="000000"/>
                </a:solidFill>
              </a:rPr>
              <a:t> </a:t>
            </a:r>
            <a:r>
              <a:rPr lang="en-US" altLang="en-US" dirty="0" err="1">
                <a:solidFill>
                  <a:srgbClr val="000000"/>
                </a:solidFill>
              </a:rPr>
              <a:t>edilir</a:t>
            </a:r>
            <a:r>
              <a:rPr lang="en-US" altLang="en-US" dirty="0">
                <a:solidFill>
                  <a:srgbClr val="000000"/>
                </a:solidFill>
              </a:rPr>
              <a:t>. 
</a:t>
            </a:r>
            <a:r>
              <a:rPr lang="en-US" altLang="en-US" dirty="0" err="1">
                <a:solidFill>
                  <a:srgbClr val="000000"/>
                </a:solidFill>
              </a:rPr>
              <a:t>İşlev</a:t>
            </a:r>
            <a:r>
              <a:rPr lang="en-US" altLang="en-US" dirty="0">
                <a:solidFill>
                  <a:srgbClr val="000000"/>
                </a:solidFill>
              </a:rPr>
              <a:t> </a:t>
            </a:r>
            <a:r>
              <a:rPr lang="en-US" altLang="en-US" dirty="0" err="1">
                <a:solidFill>
                  <a:srgbClr val="000000"/>
                </a:solidFill>
              </a:rPr>
              <a:t>çağrısı</a:t>
            </a:r>
            <a:r>
              <a:rPr lang="en-US" altLang="en-US" dirty="0">
                <a:solidFill>
                  <a:srgbClr val="000000"/>
                </a:solidFill>
              </a:rPr>
              <a:t> </a:t>
            </a:r>
            <a:r>
              <a:rPr lang="en-US" altLang="en-US" dirty="0" err="1">
                <a:solidFill>
                  <a:srgbClr val="000000"/>
                </a:solidFill>
              </a:rPr>
              <a:t>işleciyle</a:t>
            </a:r>
            <a:r>
              <a:rPr lang="en-US" altLang="en-US" dirty="0">
                <a:solidFill>
                  <a:srgbClr val="000000"/>
                </a:solidFill>
              </a:rPr>
              <a:t> </a:t>
            </a:r>
            <a:r>
              <a:rPr lang="en-US" altLang="en-US" dirty="0" err="1">
                <a:solidFill>
                  <a:srgbClr val="000000"/>
                </a:solidFill>
              </a:rPr>
              <a:t>aynı</a:t>
            </a:r>
            <a:r>
              <a:rPr lang="en-US" altLang="en-US" dirty="0">
                <a:solidFill>
                  <a:srgbClr val="000000"/>
                </a:solidFill>
              </a:rPr>
              <a:t> </a:t>
            </a:r>
            <a:r>
              <a:rPr lang="en-US" altLang="en-US" dirty="0" err="1">
                <a:solidFill>
                  <a:srgbClr val="000000"/>
                </a:solidFill>
              </a:rPr>
              <a:t>öncelik</a:t>
            </a:r>
            <a:r>
              <a:rPr lang="en-US" altLang="en-US" dirty="0">
                <a:solidFill>
                  <a:srgbClr val="000000"/>
                </a:solidFill>
              </a:rPr>
              <a:t> </a:t>
            </a:r>
            <a:r>
              <a:rPr lang="en-US" altLang="en-US" dirty="0" err="1">
                <a:solidFill>
                  <a:srgbClr val="000000"/>
                </a:solidFill>
              </a:rPr>
              <a:t>düzeyine</a:t>
            </a:r>
            <a:r>
              <a:rPr lang="en-US" altLang="en-US" dirty="0">
                <a:solidFill>
                  <a:srgbClr val="000000"/>
                </a:solidFill>
              </a:rPr>
              <a:t> </a:t>
            </a:r>
            <a:r>
              <a:rPr lang="en-US" altLang="en-US" dirty="0" err="1">
                <a:solidFill>
                  <a:srgbClr val="000000"/>
                </a:solidFill>
              </a:rPr>
              <a:t>sahiptirler</a:t>
            </a:r>
            <a:r>
              <a:rPr lang="en-US" altLang="en-US" dirty="0">
                <a:solidFill>
                  <a:srgbClr val="000000"/>
                </a:solidFill>
              </a:rPr>
              <a:t> (</a:t>
            </a:r>
            <a:r>
              <a:rPr lang="en-US" altLang="en-US" dirty="0" err="1">
                <a:solidFill>
                  <a:srgbClr val="000000"/>
                </a:solidFill>
              </a:rPr>
              <a:t>yani</a:t>
            </a:r>
            <a:r>
              <a:rPr lang="en-US" altLang="en-US" dirty="0">
                <a:solidFill>
                  <a:srgbClr val="000000"/>
                </a:solidFill>
              </a:rPr>
              <a:t>, o </a:t>
            </a:r>
            <a:r>
              <a:rPr lang="en-US" altLang="en-US" dirty="0" err="1">
                <a:solidFill>
                  <a:srgbClr val="000000"/>
                </a:solidFill>
              </a:rPr>
              <a:t>işlevi</a:t>
            </a:r>
            <a:r>
              <a:rPr lang="en-US" altLang="en-US" dirty="0">
                <a:solidFill>
                  <a:srgbClr val="000000"/>
                </a:solidFill>
              </a:rPr>
              <a:t> </a:t>
            </a:r>
            <a:r>
              <a:rPr lang="en-US" altLang="en-US" dirty="0" err="1">
                <a:solidFill>
                  <a:srgbClr val="000000"/>
                </a:solidFill>
              </a:rPr>
              <a:t>çağırmak</a:t>
            </a:r>
            <a:r>
              <a:rPr lang="en-US" altLang="en-US" dirty="0">
                <a:solidFill>
                  <a:srgbClr val="000000"/>
                </a:solidFill>
              </a:rPr>
              <a:t> </a:t>
            </a:r>
            <a:r>
              <a:rPr lang="en-US" altLang="en-US" dirty="0" err="1">
                <a:solidFill>
                  <a:srgbClr val="000000"/>
                </a:solidFill>
              </a:rPr>
              <a:t>için</a:t>
            </a:r>
            <a:r>
              <a:rPr lang="en-US" altLang="en-US" dirty="0">
                <a:solidFill>
                  <a:srgbClr val="000000"/>
                </a:solidFill>
              </a:rPr>
              <a:t> </a:t>
            </a:r>
            <a:r>
              <a:rPr lang="en-US" altLang="en-US" dirty="0" err="1">
                <a:solidFill>
                  <a:srgbClr val="000000"/>
                </a:solidFill>
              </a:rPr>
              <a:t>bir</a:t>
            </a:r>
            <a:r>
              <a:rPr lang="en-US" altLang="en-US" dirty="0">
                <a:solidFill>
                  <a:srgbClr val="000000"/>
                </a:solidFill>
              </a:rPr>
              <a:t> </a:t>
            </a:r>
            <a:r>
              <a:rPr lang="en-US" altLang="en-US" dirty="0" err="1">
                <a:solidFill>
                  <a:srgbClr val="000000"/>
                </a:solidFill>
              </a:rPr>
              <a:t>işlev</a:t>
            </a:r>
            <a:r>
              <a:rPr lang="en-US" altLang="en-US" dirty="0">
                <a:solidFill>
                  <a:srgbClr val="000000"/>
                </a:solidFill>
              </a:rPr>
              <a:t> </a:t>
            </a:r>
            <a:r>
              <a:rPr lang="en-US" altLang="en-US" dirty="0" err="1">
                <a:solidFill>
                  <a:srgbClr val="000000"/>
                </a:solidFill>
              </a:rPr>
              <a:t>adından</a:t>
            </a:r>
            <a:r>
              <a:rPr lang="en-US" altLang="en-US" dirty="0">
                <a:solidFill>
                  <a:srgbClr val="000000"/>
                </a:solidFill>
              </a:rPr>
              <a:t> </a:t>
            </a:r>
            <a:r>
              <a:rPr lang="en-US" altLang="en-US" dirty="0" err="1">
                <a:solidFill>
                  <a:srgbClr val="000000"/>
                </a:solidFill>
              </a:rPr>
              <a:t>sonra</a:t>
            </a:r>
            <a:r>
              <a:rPr lang="en-US" altLang="en-US" dirty="0">
                <a:solidFill>
                  <a:srgbClr val="000000"/>
                </a:solidFill>
              </a:rPr>
              <a:t> </a:t>
            </a:r>
            <a:r>
              <a:rPr lang="en-US" altLang="en-US" dirty="0" err="1">
                <a:solidFill>
                  <a:srgbClr val="000000"/>
                </a:solidFill>
              </a:rPr>
              <a:t>yerleştirilen</a:t>
            </a:r>
            <a:r>
              <a:rPr lang="en-US" altLang="en-US" dirty="0">
                <a:solidFill>
                  <a:srgbClr val="000000"/>
                </a:solidFill>
              </a:rPr>
              <a:t> </a:t>
            </a:r>
            <a:r>
              <a:rPr lang="en-US" altLang="en-US" dirty="0" err="1">
                <a:solidFill>
                  <a:srgbClr val="000000"/>
                </a:solidFill>
              </a:rPr>
              <a:t>parantezler</a:t>
            </a:r>
            <a:r>
              <a:rPr lang="en-US" altLang="en-US" dirty="0">
                <a:solidFill>
                  <a:srgbClr val="000000"/>
                </a:solidFill>
              </a:rPr>
              <a:t>). </a:t>
            </a:r>
          </a:p>
        </p:txBody>
      </p:sp>
      <p:sp>
        <p:nvSpPr>
          <p:cNvPr id="5" name="Başlık 1">
            <a:extLst>
              <a:ext uri="{FF2B5EF4-FFF2-40B4-BE49-F238E27FC236}">
                <a16:creationId xmlns:a16="http://schemas.microsoft.com/office/drawing/2014/main" id="{88187E23-201E-4F85-89A6-6EB4ECAE64BB}"/>
              </a:ext>
            </a:extLst>
          </p:cNvPr>
          <p:cNvSpPr>
            <a:spLocks noGrp="1"/>
          </p:cNvSpPr>
          <p:nvPr>
            <p:ph type="title"/>
          </p:nvPr>
        </p:nvSpPr>
        <p:spPr>
          <a:xfrm>
            <a:off x="838200" y="365125"/>
            <a:ext cx="10515600" cy="1325563"/>
          </a:xfrm>
        </p:spPr>
        <p:txBody>
          <a:bodyPr/>
          <a:lstStyle/>
          <a:p>
            <a:r>
              <a:rPr lang="en-US" dirty="0" err="1">
                <a:solidFill>
                  <a:srgbClr val="3380E6"/>
                </a:solidFill>
                <a:latin typeface="Calibri" panose="020F0502020204030204" pitchFamily="34" charset="0"/>
              </a:rPr>
              <a:t>Diziler</a:t>
            </a:r>
            <a:r>
              <a:rPr lang="tr-TR" dirty="0">
                <a:solidFill>
                  <a:srgbClr val="3380E6"/>
                </a:solidFill>
                <a:latin typeface="Calibri" panose="020F0502020204030204" pitchFamily="34" charset="0"/>
              </a:rPr>
              <a:t> (</a:t>
            </a:r>
            <a:r>
              <a:rPr lang="tr-TR" dirty="0" err="1">
                <a:solidFill>
                  <a:srgbClr val="3380E6"/>
                </a:solidFill>
                <a:latin typeface="Calibri" panose="020F0502020204030204" pitchFamily="34" charset="0"/>
              </a:rPr>
              <a:t>Arrays</a:t>
            </a:r>
            <a:r>
              <a:rPr lang="tr-TR" dirty="0">
                <a:solidFill>
                  <a:srgbClr val="3380E6"/>
                </a:solidFill>
                <a:latin typeface="Calibri" panose="020F0502020204030204" pitchFamily="34" charset="0"/>
              </a:rPr>
              <a:t>)</a:t>
            </a:r>
            <a:endParaRPr lang="tr-TR" dirty="0"/>
          </a:p>
        </p:txBody>
      </p:sp>
    </p:spTree>
    <p:extLst>
      <p:ext uri="{BB962C8B-B14F-4D97-AF65-F5344CB8AC3E}">
        <p14:creationId xmlns:p14="http://schemas.microsoft.com/office/powerpoint/2010/main" val="2099851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8D5540AA-7DAD-4AB8-9155-FA12BADE317E}"/>
              </a:ext>
            </a:extLst>
          </p:cNvPr>
          <p:cNvSpPr>
            <a:spLocks noGrp="1"/>
          </p:cNvSpPr>
          <p:nvPr>
            <p:ph type="title"/>
          </p:nvPr>
        </p:nvSpPr>
        <p:spPr/>
        <p:txBody>
          <a:bodyPr/>
          <a:lstStyle/>
          <a:p>
            <a:r>
              <a:rPr lang="tr-TR" dirty="0">
                <a:solidFill>
                  <a:srgbClr val="3380E6"/>
                </a:solidFill>
                <a:latin typeface="Calibri" panose="020F0502020204030204" pitchFamily="34" charset="0"/>
              </a:rPr>
              <a:t>Dizileri Tanımlama</a:t>
            </a:r>
            <a:endParaRPr lang="tr-TR" dirty="0"/>
          </a:p>
        </p:txBody>
      </p:sp>
      <p:sp>
        <p:nvSpPr>
          <p:cNvPr id="4" name="Text Placeholder 2">
            <a:extLst>
              <a:ext uri="{FF2B5EF4-FFF2-40B4-BE49-F238E27FC236}">
                <a16:creationId xmlns:a16="http://schemas.microsoft.com/office/drawing/2014/main" id="{73BBBC31-4743-4836-9844-E0F49FA34868}"/>
              </a:ext>
            </a:extLst>
          </p:cNvPr>
          <p:cNvSpPr txBox="1">
            <a:spLocks/>
          </p:cNvSpPr>
          <p:nvPr/>
        </p:nvSpPr>
        <p:spPr>
          <a:xfrm>
            <a:off x="838200" y="18256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en-US" dirty="0">
                <a:solidFill>
                  <a:srgbClr val="000000"/>
                </a:solidFill>
              </a:rPr>
              <a:t>
</a:t>
            </a:r>
            <a:r>
              <a:rPr lang="en-US" altLang="en-US" b="1" dirty="0">
                <a:solidFill>
                  <a:srgbClr val="000000"/>
                </a:solidFill>
              </a:rPr>
              <a:t>int b[100], x[27];</a:t>
            </a:r>
            <a:r>
              <a:rPr lang="en-US" altLang="en-US" dirty="0">
                <a:solidFill>
                  <a:srgbClr val="000000"/>
                </a:solidFill>
              </a:rPr>
              <a:t>
	</a:t>
            </a:r>
            <a:r>
              <a:rPr lang="tr-TR" altLang="en-US" dirty="0">
                <a:solidFill>
                  <a:srgbClr val="000000"/>
                </a:solidFill>
              </a:rPr>
              <a:t>b</a:t>
            </a:r>
            <a:r>
              <a:rPr lang="en-US" altLang="en-US" dirty="0">
                <a:solidFill>
                  <a:srgbClr val="000000"/>
                </a:solidFill>
              </a:rPr>
              <a:t> </a:t>
            </a:r>
            <a:r>
              <a:rPr lang="en-US" altLang="en-US" dirty="0" err="1">
                <a:solidFill>
                  <a:srgbClr val="000000"/>
                </a:solidFill>
              </a:rPr>
              <a:t>tamsayı</a:t>
            </a:r>
            <a:r>
              <a:rPr lang="en-US" altLang="en-US" dirty="0">
                <a:solidFill>
                  <a:srgbClr val="000000"/>
                </a:solidFill>
              </a:rPr>
              <a:t> </a:t>
            </a:r>
            <a:r>
              <a:rPr lang="en-US" altLang="en-US" dirty="0" err="1">
                <a:solidFill>
                  <a:srgbClr val="000000"/>
                </a:solidFill>
              </a:rPr>
              <a:t>dizisi</a:t>
            </a:r>
            <a:r>
              <a:rPr lang="en-US" altLang="en-US" dirty="0">
                <a:solidFill>
                  <a:srgbClr val="000000"/>
                </a:solidFill>
              </a:rPr>
              <a:t> </a:t>
            </a:r>
            <a:r>
              <a:rPr lang="en-US" altLang="en-US" dirty="0" err="1">
                <a:solidFill>
                  <a:srgbClr val="000000"/>
                </a:solidFill>
              </a:rPr>
              <a:t>için</a:t>
            </a:r>
            <a:r>
              <a:rPr lang="en-US" altLang="en-US" dirty="0">
                <a:solidFill>
                  <a:srgbClr val="000000"/>
                </a:solidFill>
              </a:rPr>
              <a:t> 100 </a:t>
            </a:r>
            <a:r>
              <a:rPr lang="en-US" altLang="en-US" dirty="0" err="1">
                <a:solidFill>
                  <a:srgbClr val="000000"/>
                </a:solidFill>
              </a:rPr>
              <a:t>öğe</a:t>
            </a:r>
            <a:r>
              <a:rPr lang="en-US" altLang="en-US" dirty="0">
                <a:solidFill>
                  <a:srgbClr val="000000"/>
                </a:solidFill>
              </a:rPr>
              <a:t> </a:t>
            </a:r>
            <a:r>
              <a:rPr lang="en-US" altLang="en-US" dirty="0" err="1">
                <a:solidFill>
                  <a:srgbClr val="000000"/>
                </a:solidFill>
              </a:rPr>
              <a:t>ve</a:t>
            </a:r>
            <a:r>
              <a:rPr lang="en-US" altLang="en-US" dirty="0">
                <a:solidFill>
                  <a:srgbClr val="000000"/>
                </a:solidFill>
              </a:rPr>
              <a:t> x </a:t>
            </a:r>
            <a:r>
              <a:rPr lang="en-US" altLang="en-US" dirty="0" err="1">
                <a:solidFill>
                  <a:srgbClr val="000000"/>
                </a:solidFill>
              </a:rPr>
              <a:t>tamsayı</a:t>
            </a:r>
            <a:r>
              <a:rPr lang="en-US" altLang="en-US" dirty="0">
                <a:solidFill>
                  <a:srgbClr val="000000"/>
                </a:solidFill>
              </a:rPr>
              <a:t> </a:t>
            </a:r>
            <a:r>
              <a:rPr lang="en-US" altLang="en-US" dirty="0" err="1">
                <a:solidFill>
                  <a:srgbClr val="000000"/>
                </a:solidFill>
              </a:rPr>
              <a:t>dizisi</a:t>
            </a:r>
            <a:r>
              <a:rPr lang="en-US" altLang="en-US" dirty="0">
                <a:solidFill>
                  <a:srgbClr val="000000"/>
                </a:solidFill>
              </a:rPr>
              <a:t> </a:t>
            </a:r>
            <a:r>
              <a:rPr lang="en-US" altLang="en-US" dirty="0" err="1">
                <a:solidFill>
                  <a:srgbClr val="000000"/>
                </a:solidFill>
              </a:rPr>
              <a:t>için</a:t>
            </a:r>
            <a:r>
              <a:rPr lang="en-US" altLang="en-US" dirty="0">
                <a:solidFill>
                  <a:srgbClr val="000000"/>
                </a:solidFill>
              </a:rPr>
              <a:t> 27 </a:t>
            </a:r>
            <a:r>
              <a:rPr lang="en-US" altLang="en-US" dirty="0" err="1">
                <a:solidFill>
                  <a:srgbClr val="000000"/>
                </a:solidFill>
              </a:rPr>
              <a:t>öğe</a:t>
            </a:r>
            <a:r>
              <a:rPr lang="en-US" altLang="en-US" dirty="0">
                <a:solidFill>
                  <a:srgbClr val="000000"/>
                </a:solidFill>
              </a:rPr>
              <a:t> </a:t>
            </a:r>
            <a:r>
              <a:rPr lang="en-US" altLang="en-US" dirty="0" err="1">
                <a:solidFill>
                  <a:srgbClr val="000000"/>
                </a:solidFill>
              </a:rPr>
              <a:t>ayırır</a:t>
            </a:r>
            <a:r>
              <a:rPr lang="en-US" altLang="en-US" dirty="0">
                <a:solidFill>
                  <a:srgbClr val="000000"/>
                </a:solidFill>
              </a:rPr>
              <a:t>.
Bu </a:t>
            </a:r>
            <a:r>
              <a:rPr lang="en-US" altLang="en-US" dirty="0" err="1">
                <a:solidFill>
                  <a:srgbClr val="000000"/>
                </a:solidFill>
              </a:rPr>
              <a:t>diziler</a:t>
            </a:r>
            <a:r>
              <a:rPr lang="en-US" altLang="en-US" dirty="0">
                <a:solidFill>
                  <a:srgbClr val="000000"/>
                </a:solidFill>
              </a:rPr>
              <a:t> </a:t>
            </a:r>
            <a:r>
              <a:rPr lang="en-US" altLang="en-US" dirty="0" err="1">
                <a:solidFill>
                  <a:srgbClr val="000000"/>
                </a:solidFill>
              </a:rPr>
              <a:t>sırasıyla</a:t>
            </a:r>
            <a:r>
              <a:rPr lang="en-US" altLang="en-US" dirty="0">
                <a:solidFill>
                  <a:srgbClr val="000000"/>
                </a:solidFill>
              </a:rPr>
              <a:t> 0-99 </a:t>
            </a:r>
            <a:r>
              <a:rPr lang="en-US" altLang="en-US" dirty="0" err="1">
                <a:solidFill>
                  <a:srgbClr val="000000"/>
                </a:solidFill>
              </a:rPr>
              <a:t>ve</a:t>
            </a:r>
            <a:r>
              <a:rPr lang="en-US" altLang="en-US" dirty="0">
                <a:solidFill>
                  <a:srgbClr val="000000"/>
                </a:solidFill>
              </a:rPr>
              <a:t> 0-26 </a:t>
            </a:r>
            <a:r>
              <a:rPr lang="en-US" altLang="en-US" dirty="0" err="1">
                <a:solidFill>
                  <a:srgbClr val="000000"/>
                </a:solidFill>
              </a:rPr>
              <a:t>aralıklarında</a:t>
            </a:r>
            <a:r>
              <a:rPr lang="en-US" altLang="en-US" dirty="0">
                <a:solidFill>
                  <a:srgbClr val="000000"/>
                </a:solidFill>
              </a:rPr>
              <a:t> </a:t>
            </a:r>
            <a:r>
              <a:rPr lang="en-US" altLang="en-US" dirty="0" err="1">
                <a:solidFill>
                  <a:srgbClr val="000000"/>
                </a:solidFill>
              </a:rPr>
              <a:t>indekslere</a:t>
            </a:r>
            <a:r>
              <a:rPr lang="en-US" altLang="en-US" dirty="0">
                <a:solidFill>
                  <a:srgbClr val="000000"/>
                </a:solidFill>
              </a:rPr>
              <a:t> </a:t>
            </a:r>
            <a:r>
              <a:rPr lang="en-US" altLang="en-US" dirty="0" err="1">
                <a:solidFill>
                  <a:srgbClr val="000000"/>
                </a:solidFill>
              </a:rPr>
              <a:t>sahiptir</a:t>
            </a:r>
            <a:r>
              <a:rPr lang="en-US" altLang="en-US" dirty="0">
                <a:solidFill>
                  <a:srgbClr val="000000"/>
                </a:solidFill>
              </a:rPr>
              <a:t>.
</a:t>
            </a:r>
            <a:r>
              <a:rPr lang="en-US" altLang="en-US" dirty="0" err="1">
                <a:solidFill>
                  <a:srgbClr val="000000"/>
                </a:solidFill>
              </a:rPr>
              <a:t>Diziler</a:t>
            </a:r>
            <a:r>
              <a:rPr lang="en-US" altLang="en-US" dirty="0">
                <a:solidFill>
                  <a:srgbClr val="000000"/>
                </a:solidFill>
              </a:rPr>
              <a:t> </a:t>
            </a:r>
            <a:r>
              <a:rPr lang="en-US" altLang="en-US" dirty="0" err="1">
                <a:solidFill>
                  <a:srgbClr val="000000"/>
                </a:solidFill>
              </a:rPr>
              <a:t>başka</a:t>
            </a:r>
            <a:r>
              <a:rPr lang="en-US" altLang="en-US" dirty="0">
                <a:solidFill>
                  <a:srgbClr val="000000"/>
                </a:solidFill>
              </a:rPr>
              <a:t> </a:t>
            </a:r>
            <a:r>
              <a:rPr lang="en-US" altLang="en-US" dirty="0" err="1">
                <a:solidFill>
                  <a:srgbClr val="000000"/>
                </a:solidFill>
              </a:rPr>
              <a:t>veri</a:t>
            </a:r>
            <a:r>
              <a:rPr lang="en-US" altLang="en-US" dirty="0">
                <a:solidFill>
                  <a:srgbClr val="000000"/>
                </a:solidFill>
              </a:rPr>
              <a:t> </a:t>
            </a:r>
            <a:r>
              <a:rPr lang="en-US" altLang="en-US" dirty="0" err="1">
                <a:solidFill>
                  <a:srgbClr val="000000"/>
                </a:solidFill>
              </a:rPr>
              <a:t>türleri</a:t>
            </a:r>
            <a:r>
              <a:rPr lang="en-US" altLang="en-US" dirty="0">
                <a:solidFill>
                  <a:srgbClr val="000000"/>
                </a:solidFill>
              </a:rPr>
              <a:t> </a:t>
            </a:r>
            <a:r>
              <a:rPr lang="en-US" altLang="en-US" dirty="0" err="1">
                <a:solidFill>
                  <a:srgbClr val="000000"/>
                </a:solidFill>
              </a:rPr>
              <a:t>içerebilir</a:t>
            </a:r>
            <a:r>
              <a:rPr lang="en-US" altLang="en-US" dirty="0">
                <a:solidFill>
                  <a:srgbClr val="000000"/>
                </a:solidFill>
              </a:rPr>
              <a:t>. </a:t>
            </a:r>
          </a:p>
        </p:txBody>
      </p:sp>
    </p:spTree>
    <p:extLst>
      <p:ext uri="{BB962C8B-B14F-4D97-AF65-F5344CB8AC3E}">
        <p14:creationId xmlns:p14="http://schemas.microsoft.com/office/powerpoint/2010/main" val="2270513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442B46FD-28FD-4A13-8C61-7833FCFA28D2}"/>
              </a:ext>
            </a:extLst>
          </p:cNvPr>
          <p:cNvSpPr>
            <a:spLocks noGrp="1"/>
          </p:cNvSpPr>
          <p:nvPr>
            <p:ph type="title"/>
          </p:nvPr>
        </p:nvSpPr>
        <p:spPr/>
        <p:txBody>
          <a:bodyPr/>
          <a:lstStyle/>
          <a:p>
            <a:r>
              <a:rPr lang="tr-TR" dirty="0"/>
              <a:t>Örnek 1</a:t>
            </a:r>
          </a:p>
        </p:txBody>
      </p:sp>
      <p:sp>
        <p:nvSpPr>
          <p:cNvPr id="4" name="Text Placeholder 2">
            <a:extLst>
              <a:ext uri="{FF2B5EF4-FFF2-40B4-BE49-F238E27FC236}">
                <a16:creationId xmlns:a16="http://schemas.microsoft.com/office/drawing/2014/main" id="{F93D6A3E-9F43-426D-9D8C-789D3FEA9C72}"/>
              </a:ext>
            </a:extLst>
          </p:cNvPr>
          <p:cNvSpPr txBox="1">
            <a:spLocks/>
          </p:cNvSpPr>
          <p:nvPr/>
        </p:nvSpPr>
        <p:spPr>
          <a:xfrm>
            <a:off x="838200" y="18256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dirty="0">
                <a:solidFill>
                  <a:srgbClr val="000000"/>
                </a:solidFill>
              </a:rPr>
              <a:t>Dizi </a:t>
            </a:r>
            <a:r>
              <a:rPr lang="en-US" altLang="en-US" dirty="0" err="1">
                <a:solidFill>
                  <a:srgbClr val="000000"/>
                </a:solidFill>
              </a:rPr>
              <a:t>tanımı</a:t>
            </a:r>
            <a:r>
              <a:rPr lang="en-US" altLang="en-US" dirty="0">
                <a:solidFill>
                  <a:srgbClr val="000000"/>
                </a:solidFill>
              </a:rPr>
              <a:t> 
int n[5] = {32, 27, 64, 18, 95, 14}; </a:t>
            </a:r>
            <a:r>
              <a:rPr lang="tr-TR" altLang="en-US" dirty="0">
                <a:solidFill>
                  <a:srgbClr val="000000"/>
                </a:solidFill>
              </a:rPr>
              <a:t>//</a:t>
            </a:r>
            <a:r>
              <a:rPr lang="en-US" altLang="en-US" dirty="0" err="1">
                <a:solidFill>
                  <a:srgbClr val="000000"/>
                </a:solidFill>
              </a:rPr>
              <a:t>yalnızca</a:t>
            </a:r>
            <a:r>
              <a:rPr lang="en-US" altLang="en-US" dirty="0">
                <a:solidFill>
                  <a:srgbClr val="000000"/>
                </a:solidFill>
              </a:rPr>
              <a:t> </a:t>
            </a:r>
            <a:r>
              <a:rPr lang="en-US" altLang="en-US" dirty="0" err="1">
                <a:solidFill>
                  <a:srgbClr val="000000"/>
                </a:solidFill>
              </a:rPr>
              <a:t>beş</a:t>
            </a:r>
            <a:r>
              <a:rPr lang="en-US" altLang="en-US" dirty="0">
                <a:solidFill>
                  <a:srgbClr val="000000"/>
                </a:solidFill>
              </a:rPr>
              <a:t> dizi </a:t>
            </a:r>
            <a:r>
              <a:rPr lang="en-US" altLang="en-US" dirty="0" err="1">
                <a:solidFill>
                  <a:srgbClr val="000000"/>
                </a:solidFill>
              </a:rPr>
              <a:t>öğesi</a:t>
            </a:r>
            <a:r>
              <a:rPr lang="en-US" altLang="en-US" dirty="0">
                <a:solidFill>
                  <a:srgbClr val="000000"/>
                </a:solidFill>
              </a:rPr>
              <a:t> </a:t>
            </a:r>
            <a:r>
              <a:rPr lang="en-US" altLang="en-US" dirty="0" err="1">
                <a:solidFill>
                  <a:srgbClr val="000000"/>
                </a:solidFill>
              </a:rPr>
              <a:t>olduğundan</a:t>
            </a:r>
            <a:r>
              <a:rPr lang="en-US" altLang="en-US" dirty="0">
                <a:solidFill>
                  <a:srgbClr val="000000"/>
                </a:solidFill>
              </a:rPr>
              <a:t> </a:t>
            </a:r>
            <a:r>
              <a:rPr lang="en-US" altLang="en-US" dirty="0" err="1">
                <a:solidFill>
                  <a:srgbClr val="000000"/>
                </a:solidFill>
              </a:rPr>
              <a:t>sözdizimi</a:t>
            </a:r>
            <a:r>
              <a:rPr lang="en-US" altLang="en-US" dirty="0">
                <a:solidFill>
                  <a:srgbClr val="000000"/>
                </a:solidFill>
              </a:rPr>
              <a:t> </a:t>
            </a:r>
            <a:r>
              <a:rPr lang="en-US" altLang="en-US" dirty="0" err="1">
                <a:solidFill>
                  <a:srgbClr val="000000"/>
                </a:solidFill>
              </a:rPr>
              <a:t>hatasına</a:t>
            </a:r>
            <a:r>
              <a:rPr lang="en-US" altLang="en-US" dirty="0">
                <a:solidFill>
                  <a:srgbClr val="000000"/>
                </a:solidFill>
              </a:rPr>
              <a:t> </a:t>
            </a:r>
            <a:r>
              <a:rPr lang="en-US" altLang="en-US" dirty="0" err="1">
                <a:solidFill>
                  <a:srgbClr val="000000"/>
                </a:solidFill>
              </a:rPr>
              <a:t>neden</a:t>
            </a:r>
            <a:r>
              <a:rPr lang="en-US" altLang="en-US" dirty="0">
                <a:solidFill>
                  <a:srgbClr val="000000"/>
                </a:solidFill>
              </a:rPr>
              <a:t> </a:t>
            </a:r>
            <a:r>
              <a:rPr lang="en-US" altLang="en-US" dirty="0" err="1">
                <a:solidFill>
                  <a:srgbClr val="000000"/>
                </a:solidFill>
              </a:rPr>
              <a:t>olur</a:t>
            </a:r>
            <a:r>
              <a:rPr lang="en-US" altLang="en-US" dirty="0">
                <a:solidFill>
                  <a:srgbClr val="000000"/>
                </a:solidFill>
              </a:rPr>
              <a:t>.</a:t>
            </a:r>
          </a:p>
        </p:txBody>
      </p:sp>
      <p:pic>
        <p:nvPicPr>
          <p:cNvPr id="5" name="Picture 2" descr="Örnek vektörler | Örnek vektör çizimler, vektörel grafik | Depositphotos">
            <a:extLst>
              <a:ext uri="{FF2B5EF4-FFF2-40B4-BE49-F238E27FC236}">
                <a16:creationId xmlns:a16="http://schemas.microsoft.com/office/drawing/2014/main" id="{47B23DAA-FC92-46D5-B995-E2527D950AC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16034" y="0"/>
            <a:ext cx="2143125" cy="2143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595759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442B46FD-28FD-4A13-8C61-7833FCFA28D2}"/>
              </a:ext>
            </a:extLst>
          </p:cNvPr>
          <p:cNvSpPr>
            <a:spLocks noGrp="1"/>
          </p:cNvSpPr>
          <p:nvPr>
            <p:ph type="title"/>
          </p:nvPr>
        </p:nvSpPr>
        <p:spPr/>
        <p:txBody>
          <a:bodyPr/>
          <a:lstStyle/>
          <a:p>
            <a:r>
              <a:rPr lang="tr-TR"/>
              <a:t>Örnek 2</a:t>
            </a:r>
            <a:endParaRPr lang="tr-TR" dirty="0"/>
          </a:p>
        </p:txBody>
      </p:sp>
      <p:sp>
        <p:nvSpPr>
          <p:cNvPr id="5" name="Text Placeholder 2">
            <a:extLst>
              <a:ext uri="{FF2B5EF4-FFF2-40B4-BE49-F238E27FC236}">
                <a16:creationId xmlns:a16="http://schemas.microsoft.com/office/drawing/2014/main" id="{9868E052-B222-494D-92B2-02BAB5616EC2}"/>
              </a:ext>
            </a:extLst>
          </p:cNvPr>
          <p:cNvSpPr txBox="1">
            <a:spLocks/>
          </p:cNvSpPr>
          <p:nvPr/>
        </p:nvSpPr>
        <p:spPr>
          <a:xfrm>
            <a:off x="838200" y="18256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dirty="0" err="1">
                <a:solidFill>
                  <a:srgbClr val="000000"/>
                </a:solidFill>
              </a:rPr>
              <a:t>Başlatıcı</a:t>
            </a:r>
            <a:r>
              <a:rPr lang="en-US" altLang="en-US" dirty="0">
                <a:solidFill>
                  <a:srgbClr val="000000"/>
                </a:solidFill>
              </a:rPr>
              <a:t> </a:t>
            </a:r>
            <a:r>
              <a:rPr lang="en-US" altLang="en-US" dirty="0" err="1">
                <a:solidFill>
                  <a:srgbClr val="000000"/>
                </a:solidFill>
              </a:rPr>
              <a:t>listesi</a:t>
            </a:r>
            <a:r>
              <a:rPr lang="en-US" altLang="en-US" dirty="0">
                <a:solidFill>
                  <a:srgbClr val="000000"/>
                </a:solidFill>
              </a:rPr>
              <a:t> </a:t>
            </a:r>
            <a:r>
              <a:rPr lang="en-US" altLang="en-US" dirty="0" err="1">
                <a:solidFill>
                  <a:srgbClr val="000000"/>
                </a:solidFill>
              </a:rPr>
              <a:t>olan</a:t>
            </a:r>
            <a:r>
              <a:rPr lang="en-US" altLang="en-US" dirty="0">
                <a:solidFill>
                  <a:srgbClr val="000000"/>
                </a:solidFill>
              </a:rPr>
              <a:t> </a:t>
            </a:r>
            <a:r>
              <a:rPr lang="en-US" altLang="en-US" dirty="0" err="1">
                <a:solidFill>
                  <a:srgbClr val="000000"/>
                </a:solidFill>
              </a:rPr>
              <a:t>bir</a:t>
            </a:r>
            <a:r>
              <a:rPr lang="en-US" altLang="en-US" dirty="0">
                <a:solidFill>
                  <a:srgbClr val="000000"/>
                </a:solidFill>
              </a:rPr>
              <a:t> </a:t>
            </a:r>
            <a:r>
              <a:rPr lang="en-US" altLang="en-US" dirty="0" err="1">
                <a:solidFill>
                  <a:srgbClr val="000000"/>
                </a:solidFill>
              </a:rPr>
              <a:t>tanımdan</a:t>
            </a:r>
            <a:r>
              <a:rPr lang="en-US" altLang="en-US" dirty="0">
                <a:solidFill>
                  <a:srgbClr val="000000"/>
                </a:solidFill>
              </a:rPr>
              <a:t> dizi </a:t>
            </a:r>
            <a:r>
              <a:rPr lang="en-US" altLang="en-US" dirty="0" err="1">
                <a:solidFill>
                  <a:srgbClr val="000000"/>
                </a:solidFill>
              </a:rPr>
              <a:t>boyutu</a:t>
            </a:r>
            <a:r>
              <a:rPr lang="en-US" altLang="en-US" dirty="0">
                <a:solidFill>
                  <a:srgbClr val="000000"/>
                </a:solidFill>
              </a:rPr>
              <a:t> </a:t>
            </a:r>
            <a:r>
              <a:rPr lang="en-US" altLang="en-US" dirty="0" err="1">
                <a:solidFill>
                  <a:srgbClr val="000000"/>
                </a:solidFill>
              </a:rPr>
              <a:t>çıkarılırsa</a:t>
            </a:r>
            <a:r>
              <a:rPr lang="en-US" altLang="en-US" dirty="0">
                <a:solidFill>
                  <a:srgbClr val="000000"/>
                </a:solidFill>
              </a:rPr>
              <a:t>, </a:t>
            </a:r>
            <a:r>
              <a:rPr lang="en-US" altLang="en-US" dirty="0" err="1">
                <a:solidFill>
                  <a:srgbClr val="000000"/>
                </a:solidFill>
              </a:rPr>
              <a:t>dizideki</a:t>
            </a:r>
            <a:r>
              <a:rPr lang="en-US" altLang="en-US" dirty="0">
                <a:solidFill>
                  <a:srgbClr val="000000"/>
                </a:solidFill>
              </a:rPr>
              <a:t> </a:t>
            </a:r>
            <a:r>
              <a:rPr lang="en-US" altLang="en-US" dirty="0" err="1">
                <a:solidFill>
                  <a:srgbClr val="000000"/>
                </a:solidFill>
              </a:rPr>
              <a:t>öğelerin</a:t>
            </a:r>
            <a:r>
              <a:rPr lang="en-US" altLang="en-US" dirty="0">
                <a:solidFill>
                  <a:srgbClr val="000000"/>
                </a:solidFill>
              </a:rPr>
              <a:t> </a:t>
            </a:r>
            <a:r>
              <a:rPr lang="en-US" altLang="en-US" dirty="0" err="1">
                <a:solidFill>
                  <a:srgbClr val="000000"/>
                </a:solidFill>
              </a:rPr>
              <a:t>sayısı</a:t>
            </a:r>
            <a:r>
              <a:rPr lang="en-US" altLang="en-US" dirty="0">
                <a:solidFill>
                  <a:srgbClr val="000000"/>
                </a:solidFill>
              </a:rPr>
              <a:t> </a:t>
            </a:r>
            <a:r>
              <a:rPr lang="en-US" altLang="en-US" dirty="0" err="1">
                <a:solidFill>
                  <a:srgbClr val="000000"/>
                </a:solidFill>
              </a:rPr>
              <a:t>başlatıcı</a:t>
            </a:r>
            <a:r>
              <a:rPr lang="en-US" altLang="en-US" dirty="0">
                <a:solidFill>
                  <a:srgbClr val="000000"/>
                </a:solidFill>
              </a:rPr>
              <a:t> </a:t>
            </a:r>
            <a:r>
              <a:rPr lang="en-US" altLang="en-US" dirty="0" err="1">
                <a:solidFill>
                  <a:srgbClr val="000000"/>
                </a:solidFill>
              </a:rPr>
              <a:t>listesindeki</a:t>
            </a:r>
            <a:r>
              <a:rPr lang="en-US" altLang="en-US" dirty="0">
                <a:solidFill>
                  <a:srgbClr val="000000"/>
                </a:solidFill>
              </a:rPr>
              <a:t> </a:t>
            </a:r>
            <a:r>
              <a:rPr lang="en-US" altLang="en-US" dirty="0" err="1">
                <a:solidFill>
                  <a:srgbClr val="000000"/>
                </a:solidFill>
              </a:rPr>
              <a:t>öğelerin</a:t>
            </a:r>
            <a:r>
              <a:rPr lang="en-US" altLang="en-US" dirty="0">
                <a:solidFill>
                  <a:srgbClr val="000000"/>
                </a:solidFill>
              </a:rPr>
              <a:t> </a:t>
            </a:r>
            <a:r>
              <a:rPr lang="en-US" altLang="en-US" dirty="0" err="1">
                <a:solidFill>
                  <a:srgbClr val="000000"/>
                </a:solidFill>
              </a:rPr>
              <a:t>sayısı</a:t>
            </a:r>
            <a:r>
              <a:rPr lang="en-US" altLang="en-US" dirty="0">
                <a:solidFill>
                  <a:srgbClr val="000000"/>
                </a:solidFill>
              </a:rPr>
              <a:t> </a:t>
            </a:r>
            <a:r>
              <a:rPr lang="en-US" altLang="en-US" dirty="0" err="1">
                <a:solidFill>
                  <a:srgbClr val="000000"/>
                </a:solidFill>
              </a:rPr>
              <a:t>olacaktır</a:t>
            </a:r>
            <a:r>
              <a:rPr lang="en-US" altLang="en-US" dirty="0">
                <a:solidFill>
                  <a:srgbClr val="000000"/>
                </a:solidFill>
              </a:rPr>
              <a:t>. 
</a:t>
            </a:r>
            <a:r>
              <a:rPr lang="en-US" altLang="en-US" b="1" u="sng" dirty="0" err="1">
                <a:solidFill>
                  <a:srgbClr val="000000"/>
                </a:solidFill>
              </a:rPr>
              <a:t>Mesela</a:t>
            </a:r>
            <a:r>
              <a:rPr lang="en-US" altLang="en-US" dirty="0">
                <a:solidFill>
                  <a:srgbClr val="000000"/>
                </a:solidFill>
              </a:rPr>
              <a:t> </a:t>
            </a:r>
            <a:endParaRPr lang="tr-TR" altLang="en-US" dirty="0">
              <a:solidFill>
                <a:srgbClr val="000000"/>
              </a:solidFill>
            </a:endParaRPr>
          </a:p>
          <a:p>
            <a:pPr lvl="1"/>
            <a:r>
              <a:rPr lang="en-US" altLang="en-US" dirty="0">
                <a:solidFill>
                  <a:srgbClr val="000000"/>
                </a:solidFill>
              </a:rPr>
              <a:t>int n[] = {1, 2, 3, 4, 5}</a:t>
            </a:r>
            <a:r>
              <a:rPr lang="tr-TR" altLang="en-US" dirty="0">
                <a:solidFill>
                  <a:srgbClr val="000000"/>
                </a:solidFill>
              </a:rPr>
              <a:t> //</a:t>
            </a:r>
            <a:r>
              <a:rPr lang="en-US" altLang="en-US" dirty="0">
                <a:solidFill>
                  <a:srgbClr val="000000"/>
                </a:solidFill>
              </a:rPr>
              <a:t> </a:t>
            </a:r>
            <a:r>
              <a:rPr lang="en-US" altLang="en-US" dirty="0" err="1">
                <a:solidFill>
                  <a:srgbClr val="000000"/>
                </a:solidFill>
              </a:rPr>
              <a:t>belirtilen</a:t>
            </a:r>
            <a:r>
              <a:rPr lang="en-US" altLang="en-US" dirty="0">
                <a:solidFill>
                  <a:srgbClr val="000000"/>
                </a:solidFill>
              </a:rPr>
              <a:t> </a:t>
            </a:r>
            <a:r>
              <a:rPr lang="en-US" altLang="en-US" dirty="0" err="1">
                <a:solidFill>
                  <a:srgbClr val="000000"/>
                </a:solidFill>
              </a:rPr>
              <a:t>değerlerle</a:t>
            </a:r>
            <a:r>
              <a:rPr lang="en-US" altLang="en-US" dirty="0">
                <a:solidFill>
                  <a:srgbClr val="000000"/>
                </a:solidFill>
              </a:rPr>
              <a:t> </a:t>
            </a:r>
            <a:r>
              <a:rPr lang="en-US" altLang="en-US" dirty="0" err="1">
                <a:solidFill>
                  <a:srgbClr val="000000"/>
                </a:solidFill>
              </a:rPr>
              <a:t>başlatılan</a:t>
            </a:r>
            <a:r>
              <a:rPr lang="en-US" altLang="en-US" dirty="0">
                <a:solidFill>
                  <a:srgbClr val="000000"/>
                </a:solidFill>
              </a:rPr>
              <a:t> </a:t>
            </a:r>
            <a:r>
              <a:rPr lang="en-US" altLang="en-US" dirty="0" err="1">
                <a:solidFill>
                  <a:srgbClr val="000000"/>
                </a:solidFill>
              </a:rPr>
              <a:t>beş</a:t>
            </a:r>
            <a:r>
              <a:rPr lang="en-US" altLang="en-US" dirty="0">
                <a:solidFill>
                  <a:srgbClr val="000000"/>
                </a:solidFill>
              </a:rPr>
              <a:t> </a:t>
            </a:r>
            <a:r>
              <a:rPr lang="en-US" altLang="en-US" dirty="0" err="1">
                <a:solidFill>
                  <a:srgbClr val="000000"/>
                </a:solidFill>
              </a:rPr>
              <a:t>öğeli</a:t>
            </a:r>
            <a:r>
              <a:rPr lang="en-US" altLang="en-US" dirty="0">
                <a:solidFill>
                  <a:srgbClr val="000000"/>
                </a:solidFill>
              </a:rPr>
              <a:t> </a:t>
            </a:r>
            <a:r>
              <a:rPr lang="en-US" altLang="en-US" dirty="0" err="1">
                <a:solidFill>
                  <a:srgbClr val="000000"/>
                </a:solidFill>
              </a:rPr>
              <a:t>bir</a:t>
            </a:r>
            <a:r>
              <a:rPr lang="en-US" altLang="en-US" dirty="0">
                <a:solidFill>
                  <a:srgbClr val="000000"/>
                </a:solidFill>
              </a:rPr>
              <a:t> dizi </a:t>
            </a:r>
            <a:r>
              <a:rPr lang="en-US" altLang="en-US" dirty="0" err="1">
                <a:solidFill>
                  <a:srgbClr val="000000"/>
                </a:solidFill>
              </a:rPr>
              <a:t>oluşturur</a:t>
            </a:r>
            <a:r>
              <a:rPr lang="en-US" altLang="en-US" dirty="0">
                <a:solidFill>
                  <a:srgbClr val="000000"/>
                </a:solidFill>
              </a:rPr>
              <a:t>.</a:t>
            </a:r>
          </a:p>
        </p:txBody>
      </p:sp>
      <p:pic>
        <p:nvPicPr>
          <p:cNvPr id="4" name="Picture 2" descr="Örnek vektörler | Örnek vektör çizimler, vektörel grafik | Depositphotos">
            <a:extLst>
              <a:ext uri="{FF2B5EF4-FFF2-40B4-BE49-F238E27FC236}">
                <a16:creationId xmlns:a16="http://schemas.microsoft.com/office/drawing/2014/main" id="{F94883DF-AF07-4EB6-A126-69C211F24C3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33608" y="84756"/>
            <a:ext cx="1690040" cy="16900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531538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44836CB5-7AD3-413C-ABF0-A3E07720ABF4}"/>
              </a:ext>
            </a:extLst>
          </p:cNvPr>
          <p:cNvSpPr>
            <a:spLocks noGrp="1"/>
          </p:cNvSpPr>
          <p:nvPr>
            <p:ph type="title"/>
          </p:nvPr>
        </p:nvSpPr>
        <p:spPr/>
        <p:txBody>
          <a:bodyPr/>
          <a:lstStyle/>
          <a:p>
            <a:r>
              <a:rPr lang="tr-TR" dirty="0"/>
              <a:t>Örnek 3</a:t>
            </a:r>
          </a:p>
        </p:txBody>
      </p:sp>
      <p:sp>
        <p:nvSpPr>
          <p:cNvPr id="4" name="Text Placeholder 2">
            <a:extLst>
              <a:ext uri="{FF2B5EF4-FFF2-40B4-BE49-F238E27FC236}">
                <a16:creationId xmlns:a16="http://schemas.microsoft.com/office/drawing/2014/main" id="{CE951387-8B88-4840-BC53-48DB556489F9}"/>
              </a:ext>
            </a:extLst>
          </p:cNvPr>
          <p:cNvSpPr>
            <a:spLocks noGrp="1"/>
          </p:cNvSpPr>
          <p:nvPr>
            <p:ph idx="1"/>
          </p:nvPr>
        </p:nvSpPr>
        <p:spPr>
          <a:xfrm>
            <a:off x="838200" y="1825625"/>
            <a:ext cx="10515600" cy="4351338"/>
          </a:xfrm>
        </p:spPr>
        <p:txBody>
          <a:bodyPr>
            <a:normAutofit/>
          </a:bodyPr>
          <a:lstStyle/>
          <a:p>
            <a:r>
              <a:rPr lang="en-US" altLang="en-US" dirty="0">
                <a:solidFill>
                  <a:srgbClr val="000000"/>
                </a:solidFill>
              </a:rPr>
              <a:t>#define </a:t>
            </a:r>
            <a:r>
              <a:rPr lang="en-US" altLang="en-US" dirty="0" err="1">
                <a:solidFill>
                  <a:srgbClr val="000000"/>
                </a:solidFill>
              </a:rPr>
              <a:t>önişlemci</a:t>
            </a:r>
            <a:r>
              <a:rPr lang="en-US" altLang="en-US" dirty="0">
                <a:solidFill>
                  <a:srgbClr val="000000"/>
                </a:solidFill>
              </a:rPr>
              <a:t> </a:t>
            </a:r>
            <a:r>
              <a:rPr lang="en-US" altLang="en-US" dirty="0" err="1">
                <a:solidFill>
                  <a:srgbClr val="000000"/>
                </a:solidFill>
              </a:rPr>
              <a:t>yönergesi</a:t>
            </a:r>
            <a:r>
              <a:rPr lang="en-US" altLang="en-US" dirty="0">
                <a:solidFill>
                  <a:srgbClr val="000000"/>
                </a:solidFill>
              </a:rPr>
              <a:t> </a:t>
            </a:r>
            <a:r>
              <a:rPr lang="en-US" altLang="en-US" dirty="0" err="1">
                <a:solidFill>
                  <a:srgbClr val="000000"/>
                </a:solidFill>
              </a:rPr>
              <a:t>bu</a:t>
            </a:r>
            <a:r>
              <a:rPr lang="en-US" altLang="en-US" dirty="0">
                <a:solidFill>
                  <a:srgbClr val="000000"/>
                </a:solidFill>
              </a:rPr>
              <a:t> </a:t>
            </a:r>
            <a:r>
              <a:rPr lang="en-US" altLang="en-US" dirty="0" err="1">
                <a:solidFill>
                  <a:srgbClr val="000000"/>
                </a:solidFill>
              </a:rPr>
              <a:t>programda</a:t>
            </a:r>
            <a:r>
              <a:rPr lang="en-US" altLang="en-US" dirty="0">
                <a:solidFill>
                  <a:srgbClr val="000000"/>
                </a:solidFill>
              </a:rPr>
              <a:t> </a:t>
            </a:r>
            <a:r>
              <a:rPr lang="en-US" altLang="en-US" dirty="0" err="1">
                <a:solidFill>
                  <a:srgbClr val="000000"/>
                </a:solidFill>
              </a:rPr>
              <a:t>tanıtılmıştır</a:t>
            </a:r>
            <a:r>
              <a:rPr lang="en-US" altLang="en-US" dirty="0">
                <a:solidFill>
                  <a:srgbClr val="000000"/>
                </a:solidFill>
              </a:rPr>
              <a:t>. 
#define </a:t>
            </a:r>
            <a:r>
              <a:rPr lang="tr-TR" altLang="en-US" dirty="0">
                <a:solidFill>
                  <a:srgbClr val="000000"/>
                </a:solidFill>
              </a:rPr>
              <a:t>SIZE</a:t>
            </a:r>
            <a:r>
              <a:rPr lang="en-US" altLang="en-US" dirty="0">
                <a:solidFill>
                  <a:srgbClr val="000000"/>
                </a:solidFill>
              </a:rPr>
              <a:t> 5
</a:t>
            </a:r>
            <a:r>
              <a:rPr lang="en-US" altLang="en-US" dirty="0" err="1">
                <a:solidFill>
                  <a:srgbClr val="000000"/>
                </a:solidFill>
              </a:rPr>
              <a:t>değeri</a:t>
            </a:r>
            <a:r>
              <a:rPr lang="en-US" altLang="en-US" dirty="0">
                <a:solidFill>
                  <a:srgbClr val="000000"/>
                </a:solidFill>
              </a:rPr>
              <a:t> 5 </a:t>
            </a:r>
            <a:r>
              <a:rPr lang="en-US" altLang="en-US" dirty="0" err="1">
                <a:solidFill>
                  <a:srgbClr val="000000"/>
                </a:solidFill>
              </a:rPr>
              <a:t>olan</a:t>
            </a:r>
            <a:r>
              <a:rPr lang="en-US" altLang="en-US" dirty="0">
                <a:solidFill>
                  <a:srgbClr val="000000"/>
                </a:solidFill>
              </a:rPr>
              <a:t> </a:t>
            </a:r>
            <a:r>
              <a:rPr lang="en-US" altLang="en-US" dirty="0" err="1">
                <a:solidFill>
                  <a:srgbClr val="000000"/>
                </a:solidFill>
              </a:rPr>
              <a:t>sembolik</a:t>
            </a:r>
            <a:r>
              <a:rPr lang="en-US" altLang="en-US" dirty="0">
                <a:solidFill>
                  <a:srgbClr val="000000"/>
                </a:solidFill>
              </a:rPr>
              <a:t> </a:t>
            </a:r>
            <a:r>
              <a:rPr lang="en-US" altLang="en-US" dirty="0" err="1">
                <a:solidFill>
                  <a:srgbClr val="000000"/>
                </a:solidFill>
              </a:rPr>
              <a:t>bir</a:t>
            </a:r>
            <a:r>
              <a:rPr lang="en-US" altLang="en-US" dirty="0">
                <a:solidFill>
                  <a:srgbClr val="000000"/>
                </a:solidFill>
              </a:rPr>
              <a:t> </a:t>
            </a:r>
            <a:r>
              <a:rPr lang="tr-TR" altLang="en-US" dirty="0">
                <a:solidFill>
                  <a:srgbClr val="000000"/>
                </a:solidFill>
              </a:rPr>
              <a:t>SIZE</a:t>
            </a:r>
            <a:r>
              <a:rPr lang="en-US" altLang="en-US" dirty="0">
                <a:solidFill>
                  <a:srgbClr val="000000"/>
                </a:solidFill>
              </a:rPr>
              <a:t> </a:t>
            </a:r>
            <a:r>
              <a:rPr lang="en-US" altLang="en-US" dirty="0" err="1">
                <a:solidFill>
                  <a:srgbClr val="000000"/>
                </a:solidFill>
              </a:rPr>
              <a:t>sabitini</a:t>
            </a:r>
            <a:r>
              <a:rPr lang="en-US" altLang="en-US" dirty="0">
                <a:solidFill>
                  <a:srgbClr val="000000"/>
                </a:solidFill>
              </a:rPr>
              <a:t> </a:t>
            </a:r>
            <a:r>
              <a:rPr lang="en-US" altLang="en-US" dirty="0" err="1">
                <a:solidFill>
                  <a:srgbClr val="000000"/>
                </a:solidFill>
              </a:rPr>
              <a:t>tanımlar</a:t>
            </a:r>
            <a:r>
              <a:rPr lang="en-US" altLang="en-US" dirty="0">
                <a:solidFill>
                  <a:srgbClr val="000000"/>
                </a:solidFill>
              </a:rPr>
              <a:t>. 
</a:t>
            </a:r>
            <a:r>
              <a:rPr lang="en-US" altLang="en-US" dirty="0" err="1">
                <a:solidFill>
                  <a:srgbClr val="000000"/>
                </a:solidFill>
              </a:rPr>
              <a:t>Sembolik</a:t>
            </a:r>
            <a:r>
              <a:rPr lang="en-US" altLang="en-US" dirty="0">
                <a:solidFill>
                  <a:srgbClr val="000000"/>
                </a:solidFill>
              </a:rPr>
              <a:t> </a:t>
            </a:r>
            <a:r>
              <a:rPr lang="en-US" altLang="en-US" dirty="0" err="1">
                <a:solidFill>
                  <a:srgbClr val="000000"/>
                </a:solidFill>
              </a:rPr>
              <a:t>sabit</a:t>
            </a:r>
            <a:r>
              <a:rPr lang="en-US" altLang="en-US" dirty="0">
                <a:solidFill>
                  <a:srgbClr val="000000"/>
                </a:solidFill>
              </a:rPr>
              <a:t>, program </a:t>
            </a:r>
            <a:r>
              <a:rPr lang="en-US" altLang="en-US" dirty="0" err="1">
                <a:solidFill>
                  <a:srgbClr val="000000"/>
                </a:solidFill>
              </a:rPr>
              <a:t>derlenmeden</a:t>
            </a:r>
            <a:r>
              <a:rPr lang="en-US" altLang="en-US" dirty="0">
                <a:solidFill>
                  <a:srgbClr val="000000"/>
                </a:solidFill>
              </a:rPr>
              <a:t> </a:t>
            </a:r>
            <a:r>
              <a:rPr lang="en-US" altLang="en-US" dirty="0" err="1">
                <a:solidFill>
                  <a:srgbClr val="000000"/>
                </a:solidFill>
              </a:rPr>
              <a:t>önce</a:t>
            </a:r>
            <a:r>
              <a:rPr lang="en-US" altLang="en-US" dirty="0">
                <a:solidFill>
                  <a:srgbClr val="000000"/>
                </a:solidFill>
              </a:rPr>
              <a:t> C </a:t>
            </a:r>
            <a:r>
              <a:rPr lang="en-US" altLang="en-US" dirty="0" err="1">
                <a:solidFill>
                  <a:srgbClr val="000000"/>
                </a:solidFill>
              </a:rPr>
              <a:t>ön</a:t>
            </a:r>
            <a:r>
              <a:rPr lang="en-US" altLang="en-US" dirty="0">
                <a:solidFill>
                  <a:srgbClr val="000000"/>
                </a:solidFill>
              </a:rPr>
              <a:t> </a:t>
            </a:r>
            <a:r>
              <a:rPr lang="en-US" altLang="en-US" dirty="0" err="1">
                <a:solidFill>
                  <a:srgbClr val="000000"/>
                </a:solidFill>
              </a:rPr>
              <a:t>işlemcisi</a:t>
            </a:r>
            <a:r>
              <a:rPr lang="en-US" altLang="en-US" dirty="0">
                <a:solidFill>
                  <a:srgbClr val="000000"/>
                </a:solidFill>
              </a:rPr>
              <a:t> </a:t>
            </a:r>
            <a:r>
              <a:rPr lang="en-US" altLang="en-US" dirty="0" err="1">
                <a:solidFill>
                  <a:srgbClr val="000000"/>
                </a:solidFill>
              </a:rPr>
              <a:t>tarafından</a:t>
            </a:r>
            <a:r>
              <a:rPr lang="en-US" altLang="en-US" dirty="0">
                <a:solidFill>
                  <a:srgbClr val="000000"/>
                </a:solidFill>
              </a:rPr>
              <a:t> </a:t>
            </a:r>
            <a:r>
              <a:rPr lang="en-US" altLang="en-US" dirty="0" err="1">
                <a:solidFill>
                  <a:srgbClr val="000000"/>
                </a:solidFill>
              </a:rPr>
              <a:t>değiştirilen</a:t>
            </a:r>
            <a:r>
              <a:rPr lang="en-US" altLang="en-US" dirty="0">
                <a:solidFill>
                  <a:srgbClr val="000000"/>
                </a:solidFill>
              </a:rPr>
              <a:t> </a:t>
            </a:r>
            <a:r>
              <a:rPr lang="en-US" altLang="en-US" dirty="0" err="1">
                <a:solidFill>
                  <a:srgbClr val="000000"/>
                </a:solidFill>
              </a:rPr>
              <a:t>metinle</a:t>
            </a:r>
            <a:r>
              <a:rPr lang="en-US" altLang="en-US" dirty="0">
                <a:solidFill>
                  <a:srgbClr val="000000"/>
                </a:solidFill>
              </a:rPr>
              <a:t> </a:t>
            </a:r>
            <a:r>
              <a:rPr lang="en-US" altLang="en-US" dirty="0" err="1">
                <a:solidFill>
                  <a:srgbClr val="000000"/>
                </a:solidFill>
              </a:rPr>
              <a:t>değiştirilen</a:t>
            </a:r>
            <a:r>
              <a:rPr lang="en-US" altLang="en-US" dirty="0">
                <a:solidFill>
                  <a:srgbClr val="000000"/>
                </a:solidFill>
              </a:rPr>
              <a:t> </a:t>
            </a:r>
            <a:r>
              <a:rPr lang="en-US" altLang="en-US" dirty="0" err="1">
                <a:solidFill>
                  <a:srgbClr val="000000"/>
                </a:solidFill>
              </a:rPr>
              <a:t>bir</a:t>
            </a:r>
            <a:r>
              <a:rPr lang="en-US" altLang="en-US" dirty="0">
                <a:solidFill>
                  <a:srgbClr val="000000"/>
                </a:solidFill>
              </a:rPr>
              <a:t> </a:t>
            </a:r>
            <a:r>
              <a:rPr lang="en-US" altLang="en-US" dirty="0" err="1">
                <a:solidFill>
                  <a:srgbClr val="000000"/>
                </a:solidFill>
              </a:rPr>
              <a:t>tanımlayıcıdır</a:t>
            </a:r>
            <a:r>
              <a:rPr lang="en-US" altLang="en-US" dirty="0">
                <a:solidFill>
                  <a:srgbClr val="000000"/>
                </a:solidFill>
              </a:rPr>
              <a:t>.</a:t>
            </a:r>
          </a:p>
        </p:txBody>
      </p:sp>
      <p:pic>
        <p:nvPicPr>
          <p:cNvPr id="5" name="Picture 2" descr="Örnek vektörler | Örnek vektör çizimler, vektörel grafik | Depositphotos">
            <a:extLst>
              <a:ext uri="{FF2B5EF4-FFF2-40B4-BE49-F238E27FC236}">
                <a16:creationId xmlns:a16="http://schemas.microsoft.com/office/drawing/2014/main" id="{5F9289C0-4DD8-45C2-89B2-E63B7AD7AC7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42667" y="129143"/>
            <a:ext cx="2143125" cy="2143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178479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4889794C-371A-4F56-BB04-ADF2E36F2476}"/>
              </a:ext>
            </a:extLst>
          </p:cNvPr>
          <p:cNvSpPr>
            <a:spLocks noGrp="1"/>
          </p:cNvSpPr>
          <p:nvPr>
            <p:ph type="title"/>
          </p:nvPr>
        </p:nvSpPr>
        <p:spPr/>
        <p:txBody>
          <a:bodyPr/>
          <a:lstStyle/>
          <a:p>
            <a:r>
              <a:rPr lang="en-US">
                <a:solidFill>
                  <a:srgbClr val="3380E6"/>
                </a:solidFill>
                <a:latin typeface="Calibri" panose="020F0502020204030204" pitchFamily="34" charset="0"/>
              </a:rPr>
              <a:t>Dizeleri Depolamak ve Değiştirmek için Karakter Dizilerini Kullanma</a:t>
            </a:r>
            <a:endParaRPr lang="tr-TR" dirty="0"/>
          </a:p>
        </p:txBody>
      </p:sp>
      <p:sp>
        <p:nvSpPr>
          <p:cNvPr id="4" name="Text Placeholder 2">
            <a:extLst>
              <a:ext uri="{FF2B5EF4-FFF2-40B4-BE49-F238E27FC236}">
                <a16:creationId xmlns:a16="http://schemas.microsoft.com/office/drawing/2014/main" id="{8CDDB4DD-2596-44BF-84DF-4D904FF13796}"/>
              </a:ext>
            </a:extLst>
          </p:cNvPr>
          <p:cNvSpPr>
            <a:spLocks noGrp="1"/>
          </p:cNvSpPr>
          <p:nvPr>
            <p:ph idx="1"/>
          </p:nvPr>
        </p:nvSpPr>
        <p:spPr>
          <a:xfrm>
            <a:off x="838200" y="1825625"/>
            <a:ext cx="10515600" cy="4351338"/>
          </a:xfrm>
        </p:spPr>
        <p:txBody>
          <a:bodyPr>
            <a:normAutofit/>
          </a:bodyPr>
          <a:lstStyle/>
          <a:p>
            <a:r>
              <a:rPr lang="en-US" altLang="en-US" dirty="0" err="1">
                <a:solidFill>
                  <a:srgbClr val="000000"/>
                </a:solidFill>
              </a:rPr>
              <a:t>Yukarıdaki</a:t>
            </a:r>
            <a:r>
              <a:rPr lang="en-US" altLang="en-US" dirty="0">
                <a:solidFill>
                  <a:srgbClr val="000000"/>
                </a:solidFill>
              </a:rPr>
              <a:t> </a:t>
            </a:r>
            <a:r>
              <a:rPr lang="en-US" altLang="en-US" dirty="0" err="1">
                <a:solidFill>
                  <a:srgbClr val="000000"/>
                </a:solidFill>
              </a:rPr>
              <a:t>tanım</a:t>
            </a:r>
            <a:r>
              <a:rPr lang="en-US" altLang="en-US" dirty="0">
                <a:solidFill>
                  <a:srgbClr val="000000"/>
                </a:solidFill>
              </a:rPr>
              <a:t> </a:t>
            </a:r>
            <a:r>
              <a:rPr lang="en-US" altLang="en-US" dirty="0" err="1">
                <a:solidFill>
                  <a:srgbClr val="000000"/>
                </a:solidFill>
              </a:rPr>
              <a:t>şuna</a:t>
            </a:r>
            <a:r>
              <a:rPr lang="en-US" altLang="en-US" dirty="0">
                <a:solidFill>
                  <a:srgbClr val="000000"/>
                </a:solidFill>
              </a:rPr>
              <a:t> </a:t>
            </a:r>
            <a:r>
              <a:rPr lang="en-US" altLang="en-US" dirty="0" err="1">
                <a:solidFill>
                  <a:srgbClr val="000000"/>
                </a:solidFill>
              </a:rPr>
              <a:t>eşdeğerdir</a:t>
            </a:r>
            <a:r>
              <a:rPr lang="en-US" altLang="en-US" dirty="0">
                <a:solidFill>
                  <a:srgbClr val="000000"/>
                </a:solidFill>
              </a:rPr>
              <a:t> </a:t>
            </a:r>
            <a:endParaRPr lang="tr-TR" altLang="en-US" dirty="0">
              <a:solidFill>
                <a:srgbClr val="000000"/>
              </a:solidFill>
            </a:endParaRPr>
          </a:p>
          <a:p>
            <a:pPr lvl="1"/>
            <a:r>
              <a:rPr lang="tr-TR" altLang="en-US" dirty="0" err="1">
                <a:solidFill>
                  <a:srgbClr val="000000"/>
                </a:solidFill>
              </a:rPr>
              <a:t>char</a:t>
            </a:r>
            <a:r>
              <a:rPr lang="en-US" altLang="en-US" dirty="0">
                <a:solidFill>
                  <a:srgbClr val="000000"/>
                </a:solidFill>
              </a:rPr>
              <a:t> </a:t>
            </a:r>
            <a:r>
              <a:rPr lang="tr-TR" altLang="en-US" dirty="0">
                <a:solidFill>
                  <a:srgbClr val="000000"/>
                </a:solidFill>
              </a:rPr>
              <a:t>A</a:t>
            </a:r>
            <a:r>
              <a:rPr lang="en-US" altLang="en-US" dirty="0">
                <a:solidFill>
                  <a:srgbClr val="000000"/>
                </a:solidFill>
              </a:rPr>
              <a:t>[] = {'f', '</a:t>
            </a:r>
            <a:r>
              <a:rPr lang="en-US" altLang="en-US" dirty="0" err="1">
                <a:solidFill>
                  <a:srgbClr val="000000"/>
                </a:solidFill>
              </a:rPr>
              <a:t>i</a:t>
            </a:r>
            <a:r>
              <a:rPr lang="en-US" altLang="en-US" dirty="0">
                <a:solidFill>
                  <a:srgbClr val="000000"/>
                </a:solidFill>
              </a:rPr>
              <a:t>', 'r', 's', 't', '\0'};
Bir </a:t>
            </a:r>
            <a:r>
              <a:rPr lang="en-US" altLang="en-US" dirty="0" err="1">
                <a:solidFill>
                  <a:srgbClr val="000000"/>
                </a:solidFill>
              </a:rPr>
              <a:t>dize</a:t>
            </a:r>
            <a:r>
              <a:rPr lang="en-US" altLang="en-US" dirty="0">
                <a:solidFill>
                  <a:srgbClr val="000000"/>
                </a:solidFill>
              </a:rPr>
              <a:t> </a:t>
            </a:r>
            <a:r>
              <a:rPr lang="en-US" altLang="en-US" dirty="0" err="1">
                <a:solidFill>
                  <a:srgbClr val="000000"/>
                </a:solidFill>
              </a:rPr>
              <a:t>gerçekten</a:t>
            </a:r>
            <a:r>
              <a:rPr lang="en-US" altLang="en-US" dirty="0">
                <a:solidFill>
                  <a:srgbClr val="000000"/>
                </a:solidFill>
              </a:rPr>
              <a:t> </a:t>
            </a:r>
            <a:r>
              <a:rPr lang="en-US" altLang="en-US" dirty="0" err="1">
                <a:solidFill>
                  <a:srgbClr val="000000"/>
                </a:solidFill>
              </a:rPr>
              <a:t>bir</a:t>
            </a:r>
            <a:r>
              <a:rPr lang="en-US" altLang="en-US" dirty="0">
                <a:solidFill>
                  <a:srgbClr val="000000"/>
                </a:solidFill>
              </a:rPr>
              <a:t> </a:t>
            </a:r>
            <a:r>
              <a:rPr lang="en-US" altLang="en-US" dirty="0" err="1">
                <a:solidFill>
                  <a:srgbClr val="000000"/>
                </a:solidFill>
              </a:rPr>
              <a:t>karakter</a:t>
            </a:r>
            <a:r>
              <a:rPr lang="en-US" altLang="en-US" dirty="0">
                <a:solidFill>
                  <a:srgbClr val="000000"/>
                </a:solidFill>
              </a:rPr>
              <a:t> </a:t>
            </a:r>
            <a:r>
              <a:rPr lang="en-US" altLang="en-US" dirty="0" err="1">
                <a:solidFill>
                  <a:srgbClr val="000000"/>
                </a:solidFill>
              </a:rPr>
              <a:t>dizisi</a:t>
            </a:r>
            <a:r>
              <a:rPr lang="en-US" altLang="en-US" dirty="0">
                <a:solidFill>
                  <a:srgbClr val="000000"/>
                </a:solidFill>
              </a:rPr>
              <a:t> </a:t>
            </a:r>
            <a:r>
              <a:rPr lang="en-US" altLang="en-US" dirty="0" err="1">
                <a:solidFill>
                  <a:srgbClr val="000000"/>
                </a:solidFill>
              </a:rPr>
              <a:t>olduğundan</a:t>
            </a:r>
            <a:r>
              <a:rPr lang="en-US" altLang="en-US" dirty="0">
                <a:solidFill>
                  <a:srgbClr val="000000"/>
                </a:solidFill>
              </a:rPr>
              <a:t>, dizi </a:t>
            </a:r>
            <a:r>
              <a:rPr lang="en-US" altLang="en-US" dirty="0" err="1">
                <a:solidFill>
                  <a:srgbClr val="000000"/>
                </a:solidFill>
              </a:rPr>
              <a:t>dizini</a:t>
            </a:r>
            <a:r>
              <a:rPr lang="en-US" altLang="en-US" dirty="0">
                <a:solidFill>
                  <a:srgbClr val="000000"/>
                </a:solidFill>
              </a:rPr>
              <a:t> </a:t>
            </a:r>
            <a:r>
              <a:rPr lang="en-US" altLang="en-US" dirty="0" err="1">
                <a:solidFill>
                  <a:srgbClr val="000000"/>
                </a:solidFill>
              </a:rPr>
              <a:t>gösterimini</a:t>
            </a:r>
            <a:r>
              <a:rPr lang="en-US" altLang="en-US" dirty="0">
                <a:solidFill>
                  <a:srgbClr val="000000"/>
                </a:solidFill>
              </a:rPr>
              <a:t> </a:t>
            </a:r>
            <a:r>
              <a:rPr lang="en-US" altLang="en-US" dirty="0" err="1">
                <a:solidFill>
                  <a:srgbClr val="000000"/>
                </a:solidFill>
              </a:rPr>
              <a:t>kullanarak</a:t>
            </a:r>
            <a:r>
              <a:rPr lang="en-US" altLang="en-US" dirty="0">
                <a:solidFill>
                  <a:srgbClr val="000000"/>
                </a:solidFill>
              </a:rPr>
              <a:t> </a:t>
            </a:r>
            <a:r>
              <a:rPr lang="en-US" altLang="en-US" dirty="0" err="1">
                <a:solidFill>
                  <a:srgbClr val="000000"/>
                </a:solidFill>
              </a:rPr>
              <a:t>bir</a:t>
            </a:r>
            <a:r>
              <a:rPr lang="en-US" altLang="en-US" dirty="0">
                <a:solidFill>
                  <a:srgbClr val="000000"/>
                </a:solidFill>
              </a:rPr>
              <a:t> </a:t>
            </a:r>
            <a:r>
              <a:rPr lang="en-US" altLang="en-US" dirty="0" err="1">
                <a:solidFill>
                  <a:srgbClr val="000000"/>
                </a:solidFill>
              </a:rPr>
              <a:t>dizedeki</a:t>
            </a:r>
            <a:r>
              <a:rPr lang="en-US" altLang="en-US" dirty="0">
                <a:solidFill>
                  <a:srgbClr val="000000"/>
                </a:solidFill>
              </a:rPr>
              <a:t> </a:t>
            </a:r>
            <a:r>
              <a:rPr lang="en-US" altLang="en-US" dirty="0" err="1">
                <a:solidFill>
                  <a:srgbClr val="000000"/>
                </a:solidFill>
              </a:rPr>
              <a:t>tek</a:t>
            </a:r>
            <a:r>
              <a:rPr lang="en-US" altLang="en-US" dirty="0">
                <a:solidFill>
                  <a:srgbClr val="000000"/>
                </a:solidFill>
              </a:rPr>
              <a:t> </a:t>
            </a:r>
            <a:r>
              <a:rPr lang="en-US" altLang="en-US" dirty="0" err="1">
                <a:solidFill>
                  <a:srgbClr val="000000"/>
                </a:solidFill>
              </a:rPr>
              <a:t>tek</a:t>
            </a:r>
            <a:r>
              <a:rPr lang="en-US" altLang="en-US" dirty="0">
                <a:solidFill>
                  <a:srgbClr val="000000"/>
                </a:solidFill>
              </a:rPr>
              <a:t> </a:t>
            </a:r>
            <a:r>
              <a:rPr lang="en-US" altLang="en-US" dirty="0" err="1">
                <a:solidFill>
                  <a:srgbClr val="000000"/>
                </a:solidFill>
              </a:rPr>
              <a:t>karakterlere</a:t>
            </a:r>
            <a:r>
              <a:rPr lang="en-US" altLang="en-US" dirty="0">
                <a:solidFill>
                  <a:srgbClr val="000000"/>
                </a:solidFill>
              </a:rPr>
              <a:t> </a:t>
            </a:r>
            <a:r>
              <a:rPr lang="en-US" altLang="en-US" dirty="0" err="1">
                <a:solidFill>
                  <a:srgbClr val="000000"/>
                </a:solidFill>
              </a:rPr>
              <a:t>doğrudan</a:t>
            </a:r>
            <a:r>
              <a:rPr lang="en-US" altLang="en-US" dirty="0">
                <a:solidFill>
                  <a:srgbClr val="000000"/>
                </a:solidFill>
              </a:rPr>
              <a:t> </a:t>
            </a:r>
            <a:r>
              <a:rPr lang="en-US" altLang="en-US" dirty="0" err="1">
                <a:solidFill>
                  <a:srgbClr val="000000"/>
                </a:solidFill>
              </a:rPr>
              <a:t>erişebiliriz</a:t>
            </a:r>
            <a:r>
              <a:rPr lang="en-US" altLang="en-US" dirty="0">
                <a:solidFill>
                  <a:srgbClr val="000000"/>
                </a:solidFill>
              </a:rPr>
              <a:t>. 
</a:t>
            </a:r>
            <a:r>
              <a:rPr lang="en-US" altLang="en-US" dirty="0" err="1">
                <a:solidFill>
                  <a:srgbClr val="000000"/>
                </a:solidFill>
              </a:rPr>
              <a:t>Örneğin</a:t>
            </a:r>
            <a:r>
              <a:rPr lang="en-US" altLang="en-US" dirty="0">
                <a:solidFill>
                  <a:srgbClr val="000000"/>
                </a:solidFill>
              </a:rPr>
              <a:t>, </a:t>
            </a:r>
            <a:r>
              <a:rPr lang="tr-TR" altLang="en-US" dirty="0">
                <a:solidFill>
                  <a:srgbClr val="000000"/>
                </a:solidFill>
              </a:rPr>
              <a:t>A</a:t>
            </a:r>
            <a:r>
              <a:rPr lang="en-US" altLang="en-US" dirty="0">
                <a:solidFill>
                  <a:srgbClr val="000000"/>
                </a:solidFill>
              </a:rPr>
              <a:t>[0] 'f' </a:t>
            </a:r>
            <a:r>
              <a:rPr lang="en-US" altLang="en-US" dirty="0" err="1">
                <a:solidFill>
                  <a:srgbClr val="000000"/>
                </a:solidFill>
              </a:rPr>
              <a:t>karakteridir</a:t>
            </a:r>
            <a:r>
              <a:rPr lang="en-US" altLang="en-US" dirty="0">
                <a:solidFill>
                  <a:srgbClr val="000000"/>
                </a:solidFill>
              </a:rPr>
              <a:t> </a:t>
            </a:r>
            <a:r>
              <a:rPr lang="en-US" altLang="en-US" dirty="0" err="1">
                <a:solidFill>
                  <a:srgbClr val="000000"/>
                </a:solidFill>
              </a:rPr>
              <a:t>ve</a:t>
            </a:r>
            <a:r>
              <a:rPr lang="en-US" altLang="en-US" dirty="0">
                <a:solidFill>
                  <a:srgbClr val="000000"/>
                </a:solidFill>
              </a:rPr>
              <a:t> </a:t>
            </a:r>
            <a:r>
              <a:rPr lang="tr-TR" altLang="en-US" dirty="0">
                <a:solidFill>
                  <a:srgbClr val="000000"/>
                </a:solidFill>
              </a:rPr>
              <a:t>A</a:t>
            </a:r>
            <a:r>
              <a:rPr lang="en-US" altLang="en-US" dirty="0">
                <a:solidFill>
                  <a:srgbClr val="000000"/>
                </a:solidFill>
              </a:rPr>
              <a:t>[3] 's' </a:t>
            </a:r>
            <a:r>
              <a:rPr lang="en-US" altLang="en-US" dirty="0" err="1">
                <a:solidFill>
                  <a:srgbClr val="000000"/>
                </a:solidFill>
              </a:rPr>
              <a:t>karakteridir</a:t>
            </a:r>
            <a:r>
              <a:rPr lang="en-US" altLang="en-US" dirty="0">
                <a:solidFill>
                  <a:srgbClr val="000000"/>
                </a:solidFill>
              </a:rPr>
              <a:t>.
</a:t>
            </a:r>
            <a:r>
              <a:rPr lang="en-US" altLang="en-US" dirty="0" err="1">
                <a:solidFill>
                  <a:srgbClr val="000000"/>
                </a:solidFill>
              </a:rPr>
              <a:t>Ayrıca</a:t>
            </a:r>
            <a:r>
              <a:rPr lang="en-US" altLang="en-US" dirty="0">
                <a:solidFill>
                  <a:srgbClr val="000000"/>
                </a:solidFill>
              </a:rPr>
              <a:t>, </a:t>
            </a:r>
            <a:r>
              <a:rPr lang="en-US" altLang="en-US" dirty="0" err="1">
                <a:solidFill>
                  <a:srgbClr val="000000"/>
                </a:solidFill>
              </a:rPr>
              <a:t>scanf</a:t>
            </a:r>
            <a:r>
              <a:rPr lang="en-US" altLang="en-US" dirty="0">
                <a:solidFill>
                  <a:srgbClr val="000000"/>
                </a:solidFill>
              </a:rPr>
              <a:t> </a:t>
            </a:r>
            <a:r>
              <a:rPr lang="en-US" altLang="en-US" dirty="0" err="1">
                <a:solidFill>
                  <a:srgbClr val="000000"/>
                </a:solidFill>
              </a:rPr>
              <a:t>ve</a:t>
            </a:r>
            <a:r>
              <a:rPr lang="en-US" altLang="en-US" dirty="0">
                <a:solidFill>
                  <a:srgbClr val="000000"/>
                </a:solidFill>
              </a:rPr>
              <a:t> %s </a:t>
            </a:r>
            <a:r>
              <a:rPr lang="en-US" altLang="en-US" dirty="0" err="1">
                <a:solidFill>
                  <a:srgbClr val="000000"/>
                </a:solidFill>
              </a:rPr>
              <a:t>dönüştürme</a:t>
            </a:r>
            <a:r>
              <a:rPr lang="en-US" altLang="en-US" dirty="0">
                <a:solidFill>
                  <a:srgbClr val="000000"/>
                </a:solidFill>
              </a:rPr>
              <a:t> </a:t>
            </a:r>
            <a:r>
              <a:rPr lang="en-US" altLang="en-US" dirty="0" err="1">
                <a:solidFill>
                  <a:srgbClr val="000000"/>
                </a:solidFill>
              </a:rPr>
              <a:t>belirticisi</a:t>
            </a:r>
            <a:r>
              <a:rPr lang="en-US" altLang="en-US" dirty="0">
                <a:solidFill>
                  <a:srgbClr val="000000"/>
                </a:solidFill>
              </a:rPr>
              <a:t> </a:t>
            </a:r>
            <a:r>
              <a:rPr lang="en-US" altLang="en-US" dirty="0" err="1">
                <a:solidFill>
                  <a:srgbClr val="000000"/>
                </a:solidFill>
              </a:rPr>
              <a:t>kullanarak</a:t>
            </a:r>
            <a:r>
              <a:rPr lang="en-US" altLang="en-US" dirty="0">
                <a:solidFill>
                  <a:srgbClr val="000000"/>
                </a:solidFill>
              </a:rPr>
              <a:t> </a:t>
            </a:r>
            <a:r>
              <a:rPr lang="en-US" altLang="en-US" dirty="0" err="1">
                <a:solidFill>
                  <a:srgbClr val="000000"/>
                </a:solidFill>
              </a:rPr>
              <a:t>klavyeden</a:t>
            </a:r>
            <a:r>
              <a:rPr lang="en-US" altLang="en-US" dirty="0">
                <a:solidFill>
                  <a:srgbClr val="000000"/>
                </a:solidFill>
              </a:rPr>
              <a:t> </a:t>
            </a:r>
            <a:r>
              <a:rPr lang="en-US" altLang="en-US" dirty="0" err="1">
                <a:solidFill>
                  <a:srgbClr val="000000"/>
                </a:solidFill>
              </a:rPr>
              <a:t>doğrudan</a:t>
            </a:r>
            <a:r>
              <a:rPr lang="en-US" altLang="en-US" dirty="0">
                <a:solidFill>
                  <a:srgbClr val="000000"/>
                </a:solidFill>
              </a:rPr>
              <a:t> </a:t>
            </a:r>
            <a:r>
              <a:rPr lang="en-US" altLang="en-US" dirty="0" err="1">
                <a:solidFill>
                  <a:srgbClr val="000000"/>
                </a:solidFill>
              </a:rPr>
              <a:t>bir</a:t>
            </a:r>
            <a:r>
              <a:rPr lang="en-US" altLang="en-US" dirty="0">
                <a:solidFill>
                  <a:srgbClr val="000000"/>
                </a:solidFill>
              </a:rPr>
              <a:t> </a:t>
            </a:r>
            <a:r>
              <a:rPr lang="en-US" altLang="en-US" dirty="0" err="1">
                <a:solidFill>
                  <a:srgbClr val="000000"/>
                </a:solidFill>
              </a:rPr>
              <a:t>karakter</a:t>
            </a:r>
            <a:r>
              <a:rPr lang="en-US" altLang="en-US" dirty="0">
                <a:solidFill>
                  <a:srgbClr val="000000"/>
                </a:solidFill>
              </a:rPr>
              <a:t> </a:t>
            </a:r>
            <a:r>
              <a:rPr lang="en-US" altLang="en-US" dirty="0" err="1">
                <a:solidFill>
                  <a:srgbClr val="000000"/>
                </a:solidFill>
              </a:rPr>
              <a:t>dizisine</a:t>
            </a:r>
            <a:r>
              <a:rPr lang="en-US" altLang="en-US" dirty="0">
                <a:solidFill>
                  <a:srgbClr val="000000"/>
                </a:solidFill>
              </a:rPr>
              <a:t> </a:t>
            </a:r>
            <a:r>
              <a:rPr lang="en-US" altLang="en-US" dirty="0" err="1">
                <a:solidFill>
                  <a:srgbClr val="000000"/>
                </a:solidFill>
              </a:rPr>
              <a:t>bir</a:t>
            </a:r>
            <a:r>
              <a:rPr lang="en-US" altLang="en-US" dirty="0">
                <a:solidFill>
                  <a:srgbClr val="000000"/>
                </a:solidFill>
              </a:rPr>
              <a:t> </a:t>
            </a:r>
            <a:r>
              <a:rPr lang="en-US" altLang="en-US" dirty="0" err="1">
                <a:solidFill>
                  <a:srgbClr val="000000"/>
                </a:solidFill>
              </a:rPr>
              <a:t>dize</a:t>
            </a:r>
            <a:r>
              <a:rPr lang="en-US" altLang="en-US" dirty="0">
                <a:solidFill>
                  <a:srgbClr val="000000"/>
                </a:solidFill>
              </a:rPr>
              <a:t> </a:t>
            </a:r>
            <a:r>
              <a:rPr lang="tr-TR" altLang="en-US" dirty="0">
                <a:solidFill>
                  <a:srgbClr val="000000"/>
                </a:solidFill>
              </a:rPr>
              <a:t>aktarabilirsiniz.</a:t>
            </a:r>
            <a:endParaRPr lang="en-US" altLang="en-US" dirty="0">
              <a:solidFill>
                <a:srgbClr val="000000"/>
              </a:solidFill>
            </a:endParaRPr>
          </a:p>
        </p:txBody>
      </p:sp>
    </p:spTree>
    <p:extLst>
      <p:ext uri="{BB962C8B-B14F-4D97-AF65-F5344CB8AC3E}">
        <p14:creationId xmlns:p14="http://schemas.microsoft.com/office/powerpoint/2010/main" val="2144599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25C2D20B-B511-4A1B-90AE-5F663E670296}"/>
              </a:ext>
            </a:extLst>
          </p:cNvPr>
          <p:cNvSpPr>
            <a:spLocks noGrp="1"/>
          </p:cNvSpPr>
          <p:nvPr>
            <p:ph type="title"/>
          </p:nvPr>
        </p:nvSpPr>
        <p:spPr/>
        <p:txBody>
          <a:bodyPr/>
          <a:lstStyle/>
          <a:p>
            <a:r>
              <a:rPr lang="en-US" dirty="0" err="1">
                <a:solidFill>
                  <a:srgbClr val="3380E6"/>
                </a:solidFill>
                <a:latin typeface="Calibri" panose="020F0502020204030204" pitchFamily="34" charset="0"/>
              </a:rPr>
              <a:t>Çok</a:t>
            </a:r>
            <a:r>
              <a:rPr lang="en-US" dirty="0">
                <a:solidFill>
                  <a:srgbClr val="3380E6"/>
                </a:solidFill>
                <a:latin typeface="Calibri" panose="020F0502020204030204" pitchFamily="34" charset="0"/>
              </a:rPr>
              <a:t> </a:t>
            </a:r>
            <a:r>
              <a:rPr lang="en-US" dirty="0" err="1">
                <a:solidFill>
                  <a:srgbClr val="3380E6"/>
                </a:solidFill>
                <a:latin typeface="Calibri" panose="020F0502020204030204" pitchFamily="34" charset="0"/>
              </a:rPr>
              <a:t>Boyutlu</a:t>
            </a:r>
            <a:r>
              <a:rPr lang="en-US" dirty="0">
                <a:solidFill>
                  <a:srgbClr val="3380E6"/>
                </a:solidFill>
                <a:latin typeface="Calibri" panose="020F0502020204030204" pitchFamily="34" charset="0"/>
              </a:rPr>
              <a:t> </a:t>
            </a:r>
            <a:r>
              <a:rPr lang="en-US" dirty="0" err="1">
                <a:solidFill>
                  <a:srgbClr val="3380E6"/>
                </a:solidFill>
                <a:latin typeface="Calibri" panose="020F0502020204030204" pitchFamily="34" charset="0"/>
              </a:rPr>
              <a:t>Diziler</a:t>
            </a:r>
            <a:r>
              <a:rPr lang="tr-TR" dirty="0">
                <a:solidFill>
                  <a:srgbClr val="3380E6"/>
                </a:solidFill>
                <a:latin typeface="Calibri" panose="020F0502020204030204" pitchFamily="34" charset="0"/>
              </a:rPr>
              <a:t> (</a:t>
            </a:r>
            <a:r>
              <a:rPr lang="tr-TR" dirty="0" err="1">
                <a:solidFill>
                  <a:srgbClr val="3380E6"/>
                </a:solidFill>
                <a:latin typeface="Calibri" panose="020F0502020204030204" pitchFamily="34" charset="0"/>
              </a:rPr>
              <a:t>Multidimensional</a:t>
            </a:r>
            <a:r>
              <a:rPr lang="tr-TR" dirty="0">
                <a:solidFill>
                  <a:srgbClr val="3380E6"/>
                </a:solidFill>
                <a:latin typeface="Calibri" panose="020F0502020204030204" pitchFamily="34" charset="0"/>
              </a:rPr>
              <a:t> </a:t>
            </a:r>
            <a:r>
              <a:rPr lang="tr-TR" dirty="0" err="1">
                <a:solidFill>
                  <a:srgbClr val="3380E6"/>
                </a:solidFill>
                <a:latin typeface="Calibri" panose="020F0502020204030204" pitchFamily="34" charset="0"/>
              </a:rPr>
              <a:t>Arrays</a:t>
            </a:r>
            <a:r>
              <a:rPr lang="tr-TR" dirty="0">
                <a:solidFill>
                  <a:srgbClr val="3380E6"/>
                </a:solidFill>
                <a:latin typeface="Calibri" panose="020F0502020204030204" pitchFamily="34" charset="0"/>
              </a:rPr>
              <a:t>)</a:t>
            </a:r>
            <a:endParaRPr lang="tr-TR" dirty="0"/>
          </a:p>
        </p:txBody>
      </p:sp>
      <p:sp>
        <p:nvSpPr>
          <p:cNvPr id="4" name="Text Placeholder 2">
            <a:extLst>
              <a:ext uri="{FF2B5EF4-FFF2-40B4-BE49-F238E27FC236}">
                <a16:creationId xmlns:a16="http://schemas.microsoft.com/office/drawing/2014/main" id="{07CBFF6C-4F08-4B8B-B90B-5256B9317507}"/>
              </a:ext>
            </a:extLst>
          </p:cNvPr>
          <p:cNvSpPr txBox="1">
            <a:spLocks/>
          </p:cNvSpPr>
          <p:nvPr/>
        </p:nvSpPr>
        <p:spPr>
          <a:xfrm>
            <a:off x="990600" y="19780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u="none"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defRPr/>
            </a:pPr>
            <a:r>
              <a:rPr lang="en-US" altLang="en-US">
                <a:solidFill>
                  <a:srgbClr val="000000"/>
                </a:solidFill>
              </a:rPr>
              <a:t>C'deki dizilerin birden fazla indeksi olabilir. 
Çok boyutlu dizilerin yaygın bir kullanımı, satırlar ve sütunlar halinde düzenlenmiş bilgilerden oluşan değer tablolarını temsil etmektir. 
Belirli bir tablo öğesini tanımlamak için iki dizin belirtmeliyiz: Birincisi (kurala göre) öğenin satırını tanımlar ve ikincisi (kurala göre) öğenin sütununu tanımlar. 
Belirli bir öğeyi tanımlamak için iki dizin gerektiren tablolara veya dizilere iki boyutlu diziler denir. 
Genel olarak, m satırlı ve n sütunlu bir diziye m-by-n dizisi denir</a:t>
            </a:r>
            <a:endParaRPr kumimoji="0" lang="en-US" altLang="en-US" sz="2800" b="0" i="0" u="none" strike="noStrike" kern="1200" cap="none" spc="0" normalizeH="0" baseline="0" noProof="0" dirty="0">
              <a:ln>
                <a:noFill/>
              </a:ln>
              <a:solidFill>
                <a:srgbClr val="000000"/>
              </a:solidFill>
              <a:effectLst/>
              <a:uLnTx/>
              <a:uFillTx/>
              <a:latin typeface="Calibri"/>
              <a:ea typeface="+mn-ea"/>
              <a:cs typeface="+mn-cs"/>
            </a:endParaRPr>
          </a:p>
        </p:txBody>
      </p:sp>
    </p:spTree>
    <p:extLst>
      <p:ext uri="{BB962C8B-B14F-4D97-AF65-F5344CB8AC3E}">
        <p14:creationId xmlns:p14="http://schemas.microsoft.com/office/powerpoint/2010/main" val="40283505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25C2D20B-B511-4A1B-90AE-5F663E670296}"/>
              </a:ext>
            </a:extLst>
          </p:cNvPr>
          <p:cNvSpPr>
            <a:spLocks noGrp="1"/>
          </p:cNvSpPr>
          <p:nvPr>
            <p:ph type="title"/>
          </p:nvPr>
        </p:nvSpPr>
        <p:spPr/>
        <p:txBody>
          <a:bodyPr/>
          <a:lstStyle/>
          <a:p>
            <a:r>
              <a:rPr lang="en-US">
                <a:solidFill>
                  <a:srgbClr val="3380E6"/>
                </a:solidFill>
                <a:latin typeface="Calibri" panose="020F0502020204030204" pitchFamily="34" charset="0"/>
              </a:rPr>
              <a:t>Çok Boyutlu Diziler</a:t>
            </a:r>
            <a:endParaRPr lang="tr-TR" dirty="0"/>
          </a:p>
        </p:txBody>
      </p:sp>
      <p:pic>
        <p:nvPicPr>
          <p:cNvPr id="3" name="Resim 2">
            <a:extLst>
              <a:ext uri="{FF2B5EF4-FFF2-40B4-BE49-F238E27FC236}">
                <a16:creationId xmlns:a16="http://schemas.microsoft.com/office/drawing/2014/main" id="{C003D6FC-C848-414E-A6CC-1DC518400D0C}"/>
              </a:ext>
            </a:extLst>
          </p:cNvPr>
          <p:cNvPicPr>
            <a:picLocks noChangeAspect="1"/>
          </p:cNvPicPr>
          <p:nvPr/>
        </p:nvPicPr>
        <p:blipFill>
          <a:blip r:embed="rId2"/>
          <a:stretch>
            <a:fillRect/>
          </a:stretch>
        </p:blipFill>
        <p:spPr>
          <a:xfrm>
            <a:off x="179294" y="1440759"/>
            <a:ext cx="11815482" cy="4837093"/>
          </a:xfrm>
          <a:prstGeom prst="rect">
            <a:avLst/>
          </a:prstGeom>
        </p:spPr>
      </p:pic>
    </p:spTree>
    <p:extLst>
      <p:ext uri="{BB962C8B-B14F-4D97-AF65-F5344CB8AC3E}">
        <p14:creationId xmlns:p14="http://schemas.microsoft.com/office/powerpoint/2010/main" val="39483253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çerik Yer Tutucusu 3">
            <a:extLst>
              <a:ext uri="{FF2B5EF4-FFF2-40B4-BE49-F238E27FC236}">
                <a16:creationId xmlns:a16="http://schemas.microsoft.com/office/drawing/2014/main" id="{ABD3325B-F958-47B0-B99C-C3D2E899BC2D}"/>
              </a:ext>
            </a:extLst>
          </p:cNvPr>
          <p:cNvPicPr>
            <a:picLocks noGrp="1" noChangeAspect="1"/>
          </p:cNvPicPr>
          <p:nvPr>
            <p:ph idx="1"/>
          </p:nvPr>
        </p:nvPicPr>
        <p:blipFill>
          <a:blip r:embed="rId2"/>
          <a:stretch>
            <a:fillRect/>
          </a:stretch>
        </p:blipFill>
        <p:spPr>
          <a:xfrm>
            <a:off x="1346030" y="2063835"/>
            <a:ext cx="3800475" cy="323850"/>
          </a:xfrm>
          <a:prstGeom prst="rect">
            <a:avLst/>
          </a:prstGeom>
        </p:spPr>
      </p:pic>
      <p:sp>
        <p:nvSpPr>
          <p:cNvPr id="5" name="Başlık 1">
            <a:extLst>
              <a:ext uri="{FF2B5EF4-FFF2-40B4-BE49-F238E27FC236}">
                <a16:creationId xmlns:a16="http://schemas.microsoft.com/office/drawing/2014/main" id="{40989EA1-88EA-4415-80B0-C755C78513B4}"/>
              </a:ext>
            </a:extLst>
          </p:cNvPr>
          <p:cNvSpPr>
            <a:spLocks noGrp="1"/>
          </p:cNvSpPr>
          <p:nvPr>
            <p:ph type="title"/>
          </p:nvPr>
        </p:nvSpPr>
        <p:spPr>
          <a:xfrm>
            <a:off x="838200" y="365125"/>
            <a:ext cx="10515600" cy="1325563"/>
          </a:xfrm>
        </p:spPr>
        <p:txBody>
          <a:bodyPr/>
          <a:lstStyle/>
          <a:p>
            <a:r>
              <a:rPr lang="en-US" dirty="0" err="1">
                <a:solidFill>
                  <a:srgbClr val="3380E6"/>
                </a:solidFill>
                <a:latin typeface="Calibri" panose="020F0502020204030204" pitchFamily="34" charset="0"/>
              </a:rPr>
              <a:t>Çok</a:t>
            </a:r>
            <a:r>
              <a:rPr lang="en-US" dirty="0">
                <a:solidFill>
                  <a:srgbClr val="3380E6"/>
                </a:solidFill>
                <a:latin typeface="Calibri" panose="020F0502020204030204" pitchFamily="34" charset="0"/>
              </a:rPr>
              <a:t> </a:t>
            </a:r>
            <a:r>
              <a:rPr lang="en-US" dirty="0" err="1">
                <a:solidFill>
                  <a:srgbClr val="3380E6"/>
                </a:solidFill>
                <a:latin typeface="Calibri" panose="020F0502020204030204" pitchFamily="34" charset="0"/>
              </a:rPr>
              <a:t>Boyutlu</a:t>
            </a:r>
            <a:r>
              <a:rPr lang="en-US" dirty="0">
                <a:solidFill>
                  <a:srgbClr val="3380E6"/>
                </a:solidFill>
                <a:latin typeface="Calibri" panose="020F0502020204030204" pitchFamily="34" charset="0"/>
              </a:rPr>
              <a:t> </a:t>
            </a:r>
            <a:r>
              <a:rPr lang="en-US" dirty="0" err="1">
                <a:solidFill>
                  <a:srgbClr val="3380E6"/>
                </a:solidFill>
                <a:latin typeface="Calibri" panose="020F0502020204030204" pitchFamily="34" charset="0"/>
              </a:rPr>
              <a:t>Diziler</a:t>
            </a:r>
            <a:endParaRPr lang="tr-TR" dirty="0"/>
          </a:p>
        </p:txBody>
      </p:sp>
      <p:pic>
        <p:nvPicPr>
          <p:cNvPr id="6" name="Resim 5">
            <a:extLst>
              <a:ext uri="{FF2B5EF4-FFF2-40B4-BE49-F238E27FC236}">
                <a16:creationId xmlns:a16="http://schemas.microsoft.com/office/drawing/2014/main" id="{3454CB91-6AA3-4D2F-B925-73B3E83B514F}"/>
              </a:ext>
            </a:extLst>
          </p:cNvPr>
          <p:cNvPicPr>
            <a:picLocks noChangeAspect="1"/>
          </p:cNvPicPr>
          <p:nvPr/>
        </p:nvPicPr>
        <p:blipFill>
          <a:blip r:embed="rId3"/>
          <a:stretch>
            <a:fillRect/>
          </a:stretch>
        </p:blipFill>
        <p:spPr>
          <a:xfrm>
            <a:off x="1805033" y="3249042"/>
            <a:ext cx="7143750" cy="1638300"/>
          </a:xfrm>
          <a:prstGeom prst="rect">
            <a:avLst/>
          </a:prstGeom>
        </p:spPr>
      </p:pic>
      <p:sp>
        <p:nvSpPr>
          <p:cNvPr id="7" name="Ok: Aşağı 6">
            <a:extLst>
              <a:ext uri="{FF2B5EF4-FFF2-40B4-BE49-F238E27FC236}">
                <a16:creationId xmlns:a16="http://schemas.microsoft.com/office/drawing/2014/main" id="{06F6E959-5831-4EE3-B99B-F4E1D91D1F63}"/>
              </a:ext>
            </a:extLst>
          </p:cNvPr>
          <p:cNvSpPr/>
          <p:nvPr/>
        </p:nvSpPr>
        <p:spPr>
          <a:xfrm>
            <a:off x="3246267" y="2387685"/>
            <a:ext cx="295923" cy="728377"/>
          </a:xfrm>
          <a:prstGeom prst="down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Tree>
    <p:extLst>
      <p:ext uri="{BB962C8B-B14F-4D97-AF65-F5344CB8AC3E}">
        <p14:creationId xmlns:p14="http://schemas.microsoft.com/office/powerpoint/2010/main" val="36102945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2">
            <a:extLst>
              <a:ext uri="{FF2B5EF4-FFF2-40B4-BE49-F238E27FC236}">
                <a16:creationId xmlns:a16="http://schemas.microsoft.com/office/drawing/2014/main" id="{435E9744-F87D-4CDB-9F5A-9C450A567A7F}"/>
              </a:ext>
            </a:extLst>
          </p:cNvPr>
          <p:cNvSpPr txBox="1">
            <a:spLocks/>
          </p:cNvSpPr>
          <p:nvPr/>
        </p:nvSpPr>
        <p:spPr>
          <a:xfrm>
            <a:off x="838200" y="18256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u="none"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defRPr/>
            </a:pPr>
            <a:r>
              <a:rPr lang="en-US" altLang="en-US">
                <a:solidFill>
                  <a:srgbClr val="000000"/>
                </a:solidFill>
              </a:rPr>
              <a:t>a dizisindeki her öğe, a[i][j] biçimindeki bir öğe adıyla tanımlanır; a, dizinin adıdır ve i ve j, a'daki her bir öğeyi benzersiz şekilde tanımlayan dizinlerdir. 
0. satırdaki öğelerin adlarının hepsinin ilk dizini 0'dır; Sütun 3'teki öğelerin adlarının hepsinin ikinci bir dizini 3'tür.</a:t>
            </a:r>
            <a:endParaRPr kumimoji="0" lang="en-US" altLang="en-US" sz="2800" b="0" i="0" u="none" strike="noStrike" kern="1200" cap="none" spc="0" normalizeH="0" baseline="0" noProof="0" dirty="0">
              <a:ln>
                <a:noFill/>
              </a:ln>
              <a:solidFill>
                <a:srgbClr val="000000"/>
              </a:solidFill>
              <a:effectLst/>
              <a:uLnTx/>
              <a:uFillTx/>
              <a:latin typeface="Calibri"/>
              <a:ea typeface="+mn-ea"/>
              <a:cs typeface="+mn-cs"/>
            </a:endParaRPr>
          </a:p>
        </p:txBody>
      </p:sp>
      <p:sp>
        <p:nvSpPr>
          <p:cNvPr id="5" name="Başlık 1">
            <a:extLst>
              <a:ext uri="{FF2B5EF4-FFF2-40B4-BE49-F238E27FC236}">
                <a16:creationId xmlns:a16="http://schemas.microsoft.com/office/drawing/2014/main" id="{778F8837-A3DA-40DB-8ABF-79B5A3BC6A13}"/>
              </a:ext>
            </a:extLst>
          </p:cNvPr>
          <p:cNvSpPr>
            <a:spLocks noGrp="1"/>
          </p:cNvSpPr>
          <p:nvPr>
            <p:ph type="title"/>
          </p:nvPr>
        </p:nvSpPr>
        <p:spPr>
          <a:xfrm>
            <a:off x="838200" y="365125"/>
            <a:ext cx="10515600" cy="1325563"/>
          </a:xfrm>
        </p:spPr>
        <p:txBody>
          <a:bodyPr/>
          <a:lstStyle/>
          <a:p>
            <a:r>
              <a:rPr lang="en-US" dirty="0" err="1">
                <a:solidFill>
                  <a:srgbClr val="3380E6"/>
                </a:solidFill>
                <a:latin typeface="Calibri" panose="020F0502020204030204" pitchFamily="34" charset="0"/>
              </a:rPr>
              <a:t>Çok</a:t>
            </a:r>
            <a:r>
              <a:rPr lang="en-US" dirty="0">
                <a:solidFill>
                  <a:srgbClr val="3380E6"/>
                </a:solidFill>
                <a:latin typeface="Calibri" panose="020F0502020204030204" pitchFamily="34" charset="0"/>
              </a:rPr>
              <a:t> </a:t>
            </a:r>
            <a:r>
              <a:rPr lang="en-US" dirty="0" err="1">
                <a:solidFill>
                  <a:srgbClr val="3380E6"/>
                </a:solidFill>
                <a:latin typeface="Calibri" panose="020F0502020204030204" pitchFamily="34" charset="0"/>
              </a:rPr>
              <a:t>Boyutlu</a:t>
            </a:r>
            <a:r>
              <a:rPr lang="en-US" dirty="0">
                <a:solidFill>
                  <a:srgbClr val="3380E6"/>
                </a:solidFill>
                <a:latin typeface="Calibri" panose="020F0502020204030204" pitchFamily="34" charset="0"/>
              </a:rPr>
              <a:t> </a:t>
            </a:r>
            <a:r>
              <a:rPr lang="en-US" dirty="0" err="1">
                <a:solidFill>
                  <a:srgbClr val="3380E6"/>
                </a:solidFill>
                <a:latin typeface="Calibri" panose="020F0502020204030204" pitchFamily="34" charset="0"/>
              </a:rPr>
              <a:t>Diziler</a:t>
            </a:r>
            <a:endParaRPr lang="tr-TR" dirty="0"/>
          </a:p>
        </p:txBody>
      </p:sp>
    </p:spTree>
    <p:extLst>
      <p:ext uri="{BB962C8B-B14F-4D97-AF65-F5344CB8AC3E}">
        <p14:creationId xmlns:p14="http://schemas.microsoft.com/office/powerpoint/2010/main" val="25962382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2">
            <a:extLst>
              <a:ext uri="{FF2B5EF4-FFF2-40B4-BE49-F238E27FC236}">
                <a16:creationId xmlns:a16="http://schemas.microsoft.com/office/drawing/2014/main" id="{486472EB-8392-4018-82A8-F4FF1DE43B0B}"/>
              </a:ext>
            </a:extLst>
          </p:cNvPr>
          <p:cNvSpPr txBox="1">
            <a:spLocks/>
          </p:cNvSpPr>
          <p:nvPr/>
        </p:nvSpPr>
        <p:spPr>
          <a:xfrm>
            <a:off x="990600" y="19780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u="none"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defRPr/>
            </a:pPr>
            <a:r>
              <a:rPr lang="en-US" altLang="en-US" sz="2500" dirty="0" err="1">
                <a:solidFill>
                  <a:srgbClr val="000000"/>
                </a:solidFill>
              </a:rPr>
              <a:t>Çok</a:t>
            </a:r>
            <a:r>
              <a:rPr lang="en-US" altLang="en-US" sz="2500" dirty="0">
                <a:solidFill>
                  <a:srgbClr val="000000"/>
                </a:solidFill>
              </a:rPr>
              <a:t> </a:t>
            </a:r>
            <a:r>
              <a:rPr lang="en-US" altLang="en-US" sz="2500" dirty="0" err="1">
                <a:solidFill>
                  <a:srgbClr val="000000"/>
                </a:solidFill>
              </a:rPr>
              <a:t>boyutlu</a:t>
            </a:r>
            <a:r>
              <a:rPr lang="en-US" altLang="en-US" sz="2500" dirty="0">
                <a:solidFill>
                  <a:srgbClr val="000000"/>
                </a:solidFill>
              </a:rPr>
              <a:t> </a:t>
            </a:r>
            <a:r>
              <a:rPr lang="en-US" altLang="en-US" sz="2500" dirty="0" err="1">
                <a:solidFill>
                  <a:srgbClr val="000000"/>
                </a:solidFill>
              </a:rPr>
              <a:t>bir</a:t>
            </a:r>
            <a:r>
              <a:rPr lang="en-US" altLang="en-US" sz="2500" dirty="0">
                <a:solidFill>
                  <a:srgbClr val="000000"/>
                </a:solidFill>
              </a:rPr>
              <a:t> dizi, </a:t>
            </a:r>
            <a:r>
              <a:rPr lang="en-US" altLang="en-US" sz="2500" dirty="0" err="1">
                <a:solidFill>
                  <a:srgbClr val="000000"/>
                </a:solidFill>
              </a:rPr>
              <a:t>tek</a:t>
            </a:r>
            <a:r>
              <a:rPr lang="en-US" altLang="en-US" sz="2500" dirty="0">
                <a:solidFill>
                  <a:srgbClr val="000000"/>
                </a:solidFill>
              </a:rPr>
              <a:t> </a:t>
            </a:r>
            <a:r>
              <a:rPr lang="en-US" altLang="en-US" sz="2500" dirty="0" err="1">
                <a:solidFill>
                  <a:srgbClr val="000000"/>
                </a:solidFill>
              </a:rPr>
              <a:t>boyutlu</a:t>
            </a:r>
            <a:r>
              <a:rPr lang="en-US" altLang="en-US" sz="2500" dirty="0">
                <a:solidFill>
                  <a:srgbClr val="000000"/>
                </a:solidFill>
              </a:rPr>
              <a:t> </a:t>
            </a:r>
            <a:r>
              <a:rPr lang="en-US" altLang="en-US" sz="2500" dirty="0" err="1">
                <a:solidFill>
                  <a:srgbClr val="000000"/>
                </a:solidFill>
              </a:rPr>
              <a:t>bir</a:t>
            </a:r>
            <a:r>
              <a:rPr lang="en-US" altLang="en-US" sz="2500" dirty="0">
                <a:solidFill>
                  <a:srgbClr val="000000"/>
                </a:solidFill>
              </a:rPr>
              <a:t> dizi </a:t>
            </a:r>
            <a:r>
              <a:rPr lang="en-US" altLang="en-US" sz="2500" dirty="0" err="1">
                <a:solidFill>
                  <a:srgbClr val="000000"/>
                </a:solidFill>
              </a:rPr>
              <a:t>gibi</a:t>
            </a:r>
            <a:r>
              <a:rPr lang="en-US" altLang="en-US" sz="2500" dirty="0">
                <a:solidFill>
                  <a:srgbClr val="000000"/>
                </a:solidFill>
              </a:rPr>
              <a:t> </a:t>
            </a:r>
            <a:r>
              <a:rPr lang="en-US" altLang="en-US" sz="2500" dirty="0" err="1">
                <a:solidFill>
                  <a:srgbClr val="000000"/>
                </a:solidFill>
              </a:rPr>
              <a:t>tanımlandığında</a:t>
            </a:r>
            <a:r>
              <a:rPr lang="en-US" altLang="en-US" sz="2500" dirty="0">
                <a:solidFill>
                  <a:srgbClr val="000000"/>
                </a:solidFill>
              </a:rPr>
              <a:t> </a:t>
            </a:r>
            <a:r>
              <a:rPr lang="en-US" altLang="en-US" sz="2500" dirty="0" err="1">
                <a:solidFill>
                  <a:srgbClr val="000000"/>
                </a:solidFill>
              </a:rPr>
              <a:t>başlatılabilir</a:t>
            </a:r>
            <a:r>
              <a:rPr lang="en-US" altLang="en-US" sz="2500" dirty="0">
                <a:solidFill>
                  <a:srgbClr val="000000"/>
                </a:solidFill>
              </a:rPr>
              <a:t>. 
</a:t>
            </a:r>
            <a:r>
              <a:rPr lang="en-US" altLang="en-US" sz="2500" dirty="0" err="1">
                <a:solidFill>
                  <a:srgbClr val="000000"/>
                </a:solidFill>
              </a:rPr>
              <a:t>Örneğin</a:t>
            </a:r>
            <a:r>
              <a:rPr lang="en-US" altLang="en-US" sz="2500" dirty="0">
                <a:solidFill>
                  <a:srgbClr val="000000"/>
                </a:solidFill>
              </a:rPr>
              <a:t>, </a:t>
            </a:r>
            <a:r>
              <a:rPr lang="en-US" altLang="en-US" sz="2500" dirty="0" err="1">
                <a:solidFill>
                  <a:srgbClr val="000000"/>
                </a:solidFill>
              </a:rPr>
              <a:t>iki</a:t>
            </a:r>
            <a:r>
              <a:rPr lang="en-US" altLang="en-US" sz="2500" dirty="0">
                <a:solidFill>
                  <a:srgbClr val="000000"/>
                </a:solidFill>
              </a:rPr>
              <a:t> </a:t>
            </a:r>
            <a:r>
              <a:rPr lang="en-US" altLang="en-US" sz="2500" dirty="0" err="1">
                <a:solidFill>
                  <a:srgbClr val="000000"/>
                </a:solidFill>
              </a:rPr>
              <a:t>boyutlu</a:t>
            </a:r>
            <a:r>
              <a:rPr lang="en-US" altLang="en-US" sz="2500" dirty="0">
                <a:solidFill>
                  <a:srgbClr val="000000"/>
                </a:solidFill>
              </a:rPr>
              <a:t> </a:t>
            </a:r>
            <a:r>
              <a:rPr lang="en-US" altLang="en-US" sz="2500" dirty="0" err="1">
                <a:solidFill>
                  <a:srgbClr val="000000"/>
                </a:solidFill>
              </a:rPr>
              <a:t>bir</a:t>
            </a:r>
            <a:r>
              <a:rPr lang="en-US" altLang="en-US" sz="2500" dirty="0">
                <a:solidFill>
                  <a:srgbClr val="000000"/>
                </a:solidFill>
              </a:rPr>
              <a:t> dizi int b[2][2] </a:t>
            </a:r>
            <a:r>
              <a:rPr lang="en-US" altLang="en-US" sz="2500" dirty="0" err="1">
                <a:solidFill>
                  <a:srgbClr val="000000"/>
                </a:solidFill>
              </a:rPr>
              <a:t>ile</a:t>
            </a:r>
            <a:r>
              <a:rPr lang="en-US" altLang="en-US" sz="2500" dirty="0">
                <a:solidFill>
                  <a:srgbClr val="000000"/>
                </a:solidFill>
              </a:rPr>
              <a:t> </a:t>
            </a:r>
            <a:r>
              <a:rPr lang="en-US" altLang="en-US" sz="2500" dirty="0" err="1">
                <a:solidFill>
                  <a:srgbClr val="000000"/>
                </a:solidFill>
              </a:rPr>
              <a:t>tanımlanabilir</a:t>
            </a:r>
            <a:r>
              <a:rPr lang="en-US" altLang="en-US" sz="2500" dirty="0">
                <a:solidFill>
                  <a:srgbClr val="000000"/>
                </a:solidFill>
              </a:rPr>
              <a:t> </a:t>
            </a:r>
            <a:r>
              <a:rPr lang="en-US" altLang="en-US" sz="2500" dirty="0" err="1">
                <a:solidFill>
                  <a:srgbClr val="000000"/>
                </a:solidFill>
              </a:rPr>
              <a:t>ve</a:t>
            </a:r>
            <a:r>
              <a:rPr lang="en-US" altLang="en-US" sz="2500" dirty="0">
                <a:solidFill>
                  <a:srgbClr val="000000"/>
                </a:solidFill>
              </a:rPr>
              <a:t> </a:t>
            </a:r>
            <a:r>
              <a:rPr lang="en-US" altLang="en-US" sz="2500" dirty="0" err="1">
                <a:solidFill>
                  <a:srgbClr val="000000"/>
                </a:solidFill>
              </a:rPr>
              <a:t>başlatılabilir</a:t>
            </a:r>
            <a:r>
              <a:rPr lang="en-US" altLang="en-US" sz="2500" dirty="0">
                <a:solidFill>
                  <a:srgbClr val="000000"/>
                </a:solidFill>
              </a:rPr>
              <a:t>.</a:t>
            </a:r>
            <a:endParaRPr lang="tr-TR" altLang="en-US" sz="2500" dirty="0">
              <a:solidFill>
                <a:srgbClr val="000000"/>
              </a:solidFill>
            </a:endParaRPr>
          </a:p>
          <a:p>
            <a:pPr lvl="1">
              <a:defRPr/>
            </a:pPr>
            <a:r>
              <a:rPr lang="en-US" altLang="en-US" sz="2100" dirty="0">
                <a:solidFill>
                  <a:srgbClr val="000000"/>
                </a:solidFill>
              </a:rPr>
              <a:t>int b[2][2] = {{1, 2}, {3, 4}};
</a:t>
            </a:r>
            <a:r>
              <a:rPr lang="en-US" altLang="en-US" sz="2100" dirty="0" err="1">
                <a:solidFill>
                  <a:srgbClr val="000000"/>
                </a:solidFill>
              </a:rPr>
              <a:t>Değerler</a:t>
            </a:r>
            <a:r>
              <a:rPr lang="en-US" altLang="en-US" sz="2100" dirty="0">
                <a:solidFill>
                  <a:srgbClr val="000000"/>
                </a:solidFill>
              </a:rPr>
              <a:t> </a:t>
            </a:r>
            <a:r>
              <a:rPr lang="en-US" altLang="en-US" sz="2100" dirty="0" err="1">
                <a:solidFill>
                  <a:srgbClr val="000000"/>
                </a:solidFill>
              </a:rPr>
              <a:t>küme</a:t>
            </a:r>
            <a:r>
              <a:rPr lang="en-US" altLang="en-US" sz="2100" dirty="0">
                <a:solidFill>
                  <a:srgbClr val="000000"/>
                </a:solidFill>
              </a:rPr>
              <a:t> </a:t>
            </a:r>
            <a:r>
              <a:rPr lang="en-US" altLang="en-US" sz="2100" dirty="0" err="1">
                <a:solidFill>
                  <a:srgbClr val="000000"/>
                </a:solidFill>
              </a:rPr>
              <a:t>ayraçları</a:t>
            </a:r>
            <a:r>
              <a:rPr lang="en-US" altLang="en-US" sz="2100" dirty="0">
                <a:solidFill>
                  <a:srgbClr val="000000"/>
                </a:solidFill>
              </a:rPr>
              <a:t> </a:t>
            </a:r>
            <a:r>
              <a:rPr lang="en-US" altLang="en-US" sz="2100" dirty="0" err="1">
                <a:solidFill>
                  <a:srgbClr val="000000"/>
                </a:solidFill>
              </a:rPr>
              <a:t>içinde</a:t>
            </a:r>
            <a:r>
              <a:rPr lang="en-US" altLang="en-US" sz="2100" dirty="0">
                <a:solidFill>
                  <a:srgbClr val="000000"/>
                </a:solidFill>
              </a:rPr>
              <a:t> </a:t>
            </a:r>
            <a:r>
              <a:rPr lang="en-US" altLang="en-US" sz="2100" dirty="0" err="1">
                <a:solidFill>
                  <a:srgbClr val="000000"/>
                </a:solidFill>
              </a:rPr>
              <a:t>satıra</a:t>
            </a:r>
            <a:r>
              <a:rPr lang="en-US" altLang="en-US" sz="2100" dirty="0">
                <a:solidFill>
                  <a:srgbClr val="000000"/>
                </a:solidFill>
              </a:rPr>
              <a:t> </a:t>
            </a:r>
            <a:r>
              <a:rPr lang="en-US" altLang="en-US" sz="2100" dirty="0" err="1">
                <a:solidFill>
                  <a:srgbClr val="000000"/>
                </a:solidFill>
              </a:rPr>
              <a:t>göre</a:t>
            </a:r>
            <a:r>
              <a:rPr lang="en-US" altLang="en-US" sz="2100" dirty="0">
                <a:solidFill>
                  <a:srgbClr val="000000"/>
                </a:solidFill>
              </a:rPr>
              <a:t> </a:t>
            </a:r>
            <a:r>
              <a:rPr lang="en-US" altLang="en-US" sz="2100" dirty="0" err="1">
                <a:solidFill>
                  <a:srgbClr val="000000"/>
                </a:solidFill>
              </a:rPr>
              <a:t>gruplandırılır</a:t>
            </a:r>
            <a:r>
              <a:rPr lang="en-US" altLang="en-US" sz="2100" dirty="0">
                <a:solidFill>
                  <a:srgbClr val="000000"/>
                </a:solidFill>
              </a:rPr>
              <a:t>. 
İlk </a:t>
            </a:r>
            <a:r>
              <a:rPr lang="en-US" altLang="en-US" sz="2100" dirty="0" err="1">
                <a:solidFill>
                  <a:srgbClr val="000000"/>
                </a:solidFill>
              </a:rPr>
              <a:t>küme</a:t>
            </a:r>
            <a:r>
              <a:rPr lang="en-US" altLang="en-US" sz="2100" dirty="0">
                <a:solidFill>
                  <a:srgbClr val="000000"/>
                </a:solidFill>
              </a:rPr>
              <a:t> </a:t>
            </a:r>
            <a:r>
              <a:rPr lang="en-US" altLang="en-US" sz="2100" dirty="0" err="1">
                <a:solidFill>
                  <a:srgbClr val="000000"/>
                </a:solidFill>
              </a:rPr>
              <a:t>ayraçları</a:t>
            </a:r>
            <a:r>
              <a:rPr lang="en-US" altLang="en-US" sz="2100" dirty="0">
                <a:solidFill>
                  <a:srgbClr val="000000"/>
                </a:solidFill>
              </a:rPr>
              <a:t> </a:t>
            </a:r>
            <a:r>
              <a:rPr lang="en-US" altLang="en-US" sz="2100" dirty="0" err="1">
                <a:solidFill>
                  <a:srgbClr val="000000"/>
                </a:solidFill>
              </a:rPr>
              <a:t>kümesindeki</a:t>
            </a:r>
            <a:r>
              <a:rPr lang="en-US" altLang="en-US" sz="2100" dirty="0">
                <a:solidFill>
                  <a:srgbClr val="000000"/>
                </a:solidFill>
              </a:rPr>
              <a:t> </a:t>
            </a:r>
            <a:r>
              <a:rPr lang="en-US" altLang="en-US" sz="2100" dirty="0" err="1">
                <a:solidFill>
                  <a:srgbClr val="000000"/>
                </a:solidFill>
              </a:rPr>
              <a:t>değerler</a:t>
            </a:r>
            <a:r>
              <a:rPr lang="en-US" altLang="en-US" sz="2100" dirty="0">
                <a:solidFill>
                  <a:srgbClr val="000000"/>
                </a:solidFill>
              </a:rPr>
              <a:t> 0. </a:t>
            </a:r>
            <a:r>
              <a:rPr lang="en-US" altLang="en-US" sz="2100" dirty="0" err="1">
                <a:solidFill>
                  <a:srgbClr val="000000"/>
                </a:solidFill>
              </a:rPr>
              <a:t>satırı</a:t>
            </a:r>
            <a:r>
              <a:rPr lang="en-US" altLang="en-US" sz="2100" dirty="0">
                <a:solidFill>
                  <a:srgbClr val="000000"/>
                </a:solidFill>
              </a:rPr>
              <a:t>, </a:t>
            </a:r>
            <a:r>
              <a:rPr lang="en-US" altLang="en-US" sz="2100" dirty="0" err="1">
                <a:solidFill>
                  <a:srgbClr val="000000"/>
                </a:solidFill>
              </a:rPr>
              <a:t>ikinci</a:t>
            </a:r>
            <a:r>
              <a:rPr lang="en-US" altLang="en-US" sz="2100" dirty="0">
                <a:solidFill>
                  <a:srgbClr val="000000"/>
                </a:solidFill>
              </a:rPr>
              <a:t> </a:t>
            </a:r>
            <a:r>
              <a:rPr lang="en-US" altLang="en-US" sz="2100" dirty="0" err="1">
                <a:solidFill>
                  <a:srgbClr val="000000"/>
                </a:solidFill>
              </a:rPr>
              <a:t>küme</a:t>
            </a:r>
            <a:r>
              <a:rPr lang="en-US" altLang="en-US" sz="2100" dirty="0">
                <a:solidFill>
                  <a:srgbClr val="000000"/>
                </a:solidFill>
              </a:rPr>
              <a:t> </a:t>
            </a:r>
            <a:r>
              <a:rPr lang="en-US" altLang="en-US" sz="2100" dirty="0" err="1">
                <a:solidFill>
                  <a:srgbClr val="000000"/>
                </a:solidFill>
              </a:rPr>
              <a:t>ayraçları</a:t>
            </a:r>
            <a:r>
              <a:rPr lang="en-US" altLang="en-US" sz="2100" dirty="0">
                <a:solidFill>
                  <a:srgbClr val="000000"/>
                </a:solidFill>
              </a:rPr>
              <a:t> </a:t>
            </a:r>
            <a:r>
              <a:rPr lang="en-US" altLang="en-US" sz="2100" dirty="0" err="1">
                <a:solidFill>
                  <a:srgbClr val="000000"/>
                </a:solidFill>
              </a:rPr>
              <a:t>kümesindeki</a:t>
            </a:r>
            <a:r>
              <a:rPr lang="en-US" altLang="en-US" sz="2100" dirty="0">
                <a:solidFill>
                  <a:srgbClr val="000000"/>
                </a:solidFill>
              </a:rPr>
              <a:t> </a:t>
            </a:r>
            <a:r>
              <a:rPr lang="en-US" altLang="en-US" sz="2100" dirty="0" err="1">
                <a:solidFill>
                  <a:srgbClr val="000000"/>
                </a:solidFill>
              </a:rPr>
              <a:t>değerler</a:t>
            </a:r>
            <a:r>
              <a:rPr lang="en-US" altLang="en-US" sz="2100" dirty="0">
                <a:solidFill>
                  <a:srgbClr val="000000"/>
                </a:solidFill>
              </a:rPr>
              <a:t> </a:t>
            </a:r>
            <a:r>
              <a:rPr lang="en-US" altLang="en-US" sz="2100" dirty="0" err="1">
                <a:solidFill>
                  <a:srgbClr val="000000"/>
                </a:solidFill>
              </a:rPr>
              <a:t>ise</a:t>
            </a:r>
            <a:r>
              <a:rPr lang="en-US" altLang="en-US" sz="2100" dirty="0">
                <a:solidFill>
                  <a:srgbClr val="000000"/>
                </a:solidFill>
              </a:rPr>
              <a:t> 1. </a:t>
            </a:r>
            <a:r>
              <a:rPr lang="en-US" altLang="en-US" sz="2100" dirty="0" err="1">
                <a:solidFill>
                  <a:srgbClr val="000000"/>
                </a:solidFill>
              </a:rPr>
              <a:t>satırı</a:t>
            </a:r>
            <a:r>
              <a:rPr lang="en-US" altLang="en-US" sz="2100" dirty="0">
                <a:solidFill>
                  <a:srgbClr val="000000"/>
                </a:solidFill>
              </a:rPr>
              <a:t> </a:t>
            </a:r>
            <a:r>
              <a:rPr lang="en-US" altLang="en-US" sz="2100" dirty="0" err="1">
                <a:solidFill>
                  <a:srgbClr val="000000"/>
                </a:solidFill>
              </a:rPr>
              <a:t>başlatır</a:t>
            </a:r>
            <a:r>
              <a:rPr lang="en-US" altLang="en-US" sz="2100" dirty="0">
                <a:solidFill>
                  <a:srgbClr val="000000"/>
                </a:solidFill>
              </a:rPr>
              <a:t>. 
Bu </a:t>
            </a:r>
            <a:r>
              <a:rPr lang="en-US" altLang="en-US" sz="2100" dirty="0" err="1">
                <a:solidFill>
                  <a:srgbClr val="000000"/>
                </a:solidFill>
              </a:rPr>
              <a:t>nedenle</a:t>
            </a:r>
            <a:r>
              <a:rPr lang="en-US" altLang="en-US" sz="2100" dirty="0">
                <a:solidFill>
                  <a:srgbClr val="000000"/>
                </a:solidFill>
              </a:rPr>
              <a:t>, 1 </a:t>
            </a:r>
            <a:r>
              <a:rPr lang="en-US" altLang="en-US" sz="2100" dirty="0" err="1">
                <a:solidFill>
                  <a:srgbClr val="000000"/>
                </a:solidFill>
              </a:rPr>
              <a:t>ve</a:t>
            </a:r>
            <a:r>
              <a:rPr lang="en-US" altLang="en-US" sz="2100" dirty="0">
                <a:solidFill>
                  <a:srgbClr val="000000"/>
                </a:solidFill>
              </a:rPr>
              <a:t> 2 </a:t>
            </a:r>
            <a:r>
              <a:rPr lang="en-US" altLang="en-US" sz="2100" dirty="0" err="1">
                <a:solidFill>
                  <a:srgbClr val="000000"/>
                </a:solidFill>
              </a:rPr>
              <a:t>değerleri</a:t>
            </a:r>
            <a:r>
              <a:rPr lang="en-US" altLang="en-US" sz="2100" dirty="0">
                <a:solidFill>
                  <a:srgbClr val="000000"/>
                </a:solidFill>
              </a:rPr>
              <a:t> </a:t>
            </a:r>
            <a:r>
              <a:rPr lang="en-US" altLang="en-US" sz="2100" dirty="0" err="1">
                <a:solidFill>
                  <a:srgbClr val="000000"/>
                </a:solidFill>
              </a:rPr>
              <a:t>sırasıyla</a:t>
            </a:r>
            <a:r>
              <a:rPr lang="en-US" altLang="en-US" sz="2100" dirty="0">
                <a:solidFill>
                  <a:srgbClr val="000000"/>
                </a:solidFill>
              </a:rPr>
              <a:t> b[0][0] </a:t>
            </a:r>
            <a:r>
              <a:rPr lang="en-US" altLang="en-US" sz="2100" dirty="0" err="1">
                <a:solidFill>
                  <a:srgbClr val="000000"/>
                </a:solidFill>
              </a:rPr>
              <a:t>ve</a:t>
            </a:r>
            <a:r>
              <a:rPr lang="en-US" altLang="en-US" sz="2100" dirty="0">
                <a:solidFill>
                  <a:srgbClr val="000000"/>
                </a:solidFill>
              </a:rPr>
              <a:t> b[0][1] </a:t>
            </a:r>
            <a:r>
              <a:rPr lang="en-US" altLang="en-US" sz="2100" dirty="0" err="1">
                <a:solidFill>
                  <a:srgbClr val="000000"/>
                </a:solidFill>
              </a:rPr>
              <a:t>öğelerini</a:t>
            </a:r>
            <a:r>
              <a:rPr lang="en-US" altLang="en-US" sz="2100" dirty="0">
                <a:solidFill>
                  <a:srgbClr val="000000"/>
                </a:solidFill>
              </a:rPr>
              <a:t> </a:t>
            </a:r>
            <a:r>
              <a:rPr lang="en-US" altLang="en-US" sz="2100" dirty="0" err="1">
                <a:solidFill>
                  <a:srgbClr val="000000"/>
                </a:solidFill>
              </a:rPr>
              <a:t>başlatır</a:t>
            </a:r>
            <a:r>
              <a:rPr lang="en-US" altLang="en-US" sz="2100" dirty="0">
                <a:solidFill>
                  <a:srgbClr val="000000"/>
                </a:solidFill>
              </a:rPr>
              <a:t> </a:t>
            </a:r>
            <a:r>
              <a:rPr lang="en-US" altLang="en-US" sz="2100" dirty="0" err="1">
                <a:solidFill>
                  <a:srgbClr val="000000"/>
                </a:solidFill>
              </a:rPr>
              <a:t>ve</a:t>
            </a:r>
            <a:r>
              <a:rPr lang="en-US" altLang="en-US" sz="2100" dirty="0">
                <a:solidFill>
                  <a:srgbClr val="000000"/>
                </a:solidFill>
              </a:rPr>
              <a:t> 3 </a:t>
            </a:r>
            <a:r>
              <a:rPr lang="en-US" altLang="en-US" sz="2100" dirty="0" err="1">
                <a:solidFill>
                  <a:srgbClr val="000000"/>
                </a:solidFill>
              </a:rPr>
              <a:t>ve</a:t>
            </a:r>
            <a:r>
              <a:rPr lang="en-US" altLang="en-US" sz="2100" dirty="0">
                <a:solidFill>
                  <a:srgbClr val="000000"/>
                </a:solidFill>
              </a:rPr>
              <a:t> 4 </a:t>
            </a:r>
            <a:r>
              <a:rPr lang="en-US" altLang="en-US" sz="2100" dirty="0" err="1">
                <a:solidFill>
                  <a:srgbClr val="000000"/>
                </a:solidFill>
              </a:rPr>
              <a:t>değerleri</a:t>
            </a:r>
            <a:r>
              <a:rPr lang="en-US" altLang="en-US" sz="2100" dirty="0">
                <a:solidFill>
                  <a:srgbClr val="000000"/>
                </a:solidFill>
              </a:rPr>
              <a:t> </a:t>
            </a:r>
            <a:r>
              <a:rPr lang="en-US" altLang="en-US" sz="2100" dirty="0" err="1">
                <a:solidFill>
                  <a:srgbClr val="000000"/>
                </a:solidFill>
              </a:rPr>
              <a:t>sırasıyla</a:t>
            </a:r>
            <a:r>
              <a:rPr lang="en-US" altLang="en-US" sz="2100" dirty="0">
                <a:solidFill>
                  <a:srgbClr val="000000"/>
                </a:solidFill>
              </a:rPr>
              <a:t> b[1][0] </a:t>
            </a:r>
            <a:r>
              <a:rPr lang="en-US" altLang="en-US" sz="2100" dirty="0" err="1">
                <a:solidFill>
                  <a:srgbClr val="000000"/>
                </a:solidFill>
              </a:rPr>
              <a:t>ve</a:t>
            </a:r>
            <a:r>
              <a:rPr lang="en-US" altLang="en-US" sz="2100" dirty="0">
                <a:solidFill>
                  <a:srgbClr val="000000"/>
                </a:solidFill>
              </a:rPr>
              <a:t> b[1][1] </a:t>
            </a:r>
            <a:r>
              <a:rPr lang="en-US" altLang="en-US" sz="2100" dirty="0" err="1">
                <a:solidFill>
                  <a:srgbClr val="000000"/>
                </a:solidFill>
              </a:rPr>
              <a:t>öğelerini</a:t>
            </a:r>
            <a:r>
              <a:rPr lang="en-US" altLang="en-US" sz="2100" dirty="0">
                <a:solidFill>
                  <a:srgbClr val="000000"/>
                </a:solidFill>
              </a:rPr>
              <a:t> </a:t>
            </a:r>
            <a:r>
              <a:rPr lang="en-US" altLang="en-US" sz="2100" dirty="0" err="1">
                <a:solidFill>
                  <a:srgbClr val="000000"/>
                </a:solidFill>
              </a:rPr>
              <a:t>başlatır</a:t>
            </a:r>
            <a:r>
              <a:rPr lang="en-US" altLang="en-US" sz="2100" dirty="0">
                <a:solidFill>
                  <a:srgbClr val="000000"/>
                </a:solidFill>
              </a:rPr>
              <a:t>.</a:t>
            </a:r>
            <a:endParaRPr kumimoji="0" lang="en-US" altLang="en-US" sz="2100" b="0" i="0" u="none" strike="noStrike" kern="1200" cap="none" spc="0" normalizeH="0" baseline="0" noProof="0" dirty="0">
              <a:ln>
                <a:noFill/>
              </a:ln>
              <a:solidFill>
                <a:srgbClr val="000000"/>
              </a:solidFill>
              <a:effectLst/>
              <a:uLnTx/>
              <a:uFillTx/>
              <a:latin typeface="Calibri"/>
              <a:ea typeface="+mn-ea"/>
              <a:cs typeface="+mn-cs"/>
            </a:endParaRPr>
          </a:p>
        </p:txBody>
      </p:sp>
      <p:sp>
        <p:nvSpPr>
          <p:cNvPr id="6" name="Başlık 1">
            <a:extLst>
              <a:ext uri="{FF2B5EF4-FFF2-40B4-BE49-F238E27FC236}">
                <a16:creationId xmlns:a16="http://schemas.microsoft.com/office/drawing/2014/main" id="{12AFE636-58C7-4513-8485-38CC34D5C2D8}"/>
              </a:ext>
            </a:extLst>
          </p:cNvPr>
          <p:cNvSpPr>
            <a:spLocks noGrp="1"/>
          </p:cNvSpPr>
          <p:nvPr>
            <p:ph type="title"/>
          </p:nvPr>
        </p:nvSpPr>
        <p:spPr>
          <a:xfrm>
            <a:off x="838200" y="365125"/>
            <a:ext cx="10515600" cy="1325563"/>
          </a:xfrm>
        </p:spPr>
        <p:txBody>
          <a:bodyPr/>
          <a:lstStyle/>
          <a:p>
            <a:r>
              <a:rPr lang="en-US" dirty="0" err="1">
                <a:solidFill>
                  <a:srgbClr val="3380E6"/>
                </a:solidFill>
                <a:latin typeface="Calibri" panose="020F0502020204030204" pitchFamily="34" charset="0"/>
              </a:rPr>
              <a:t>Çok</a:t>
            </a:r>
            <a:r>
              <a:rPr lang="en-US" dirty="0">
                <a:solidFill>
                  <a:srgbClr val="3380E6"/>
                </a:solidFill>
                <a:latin typeface="Calibri" panose="020F0502020204030204" pitchFamily="34" charset="0"/>
              </a:rPr>
              <a:t> </a:t>
            </a:r>
            <a:r>
              <a:rPr lang="en-US" dirty="0" err="1">
                <a:solidFill>
                  <a:srgbClr val="3380E6"/>
                </a:solidFill>
                <a:latin typeface="Calibri" panose="020F0502020204030204" pitchFamily="34" charset="0"/>
              </a:rPr>
              <a:t>Boyutlu</a:t>
            </a:r>
            <a:r>
              <a:rPr lang="en-US" dirty="0">
                <a:solidFill>
                  <a:srgbClr val="3380E6"/>
                </a:solidFill>
                <a:latin typeface="Calibri" panose="020F0502020204030204" pitchFamily="34" charset="0"/>
              </a:rPr>
              <a:t> </a:t>
            </a:r>
            <a:r>
              <a:rPr lang="en-US" dirty="0" err="1">
                <a:solidFill>
                  <a:srgbClr val="3380E6"/>
                </a:solidFill>
                <a:latin typeface="Calibri" panose="020F0502020204030204" pitchFamily="34" charset="0"/>
              </a:rPr>
              <a:t>Diziler</a:t>
            </a:r>
            <a:endParaRPr lang="tr-TR" dirty="0"/>
          </a:p>
        </p:txBody>
      </p:sp>
    </p:spTree>
    <p:extLst>
      <p:ext uri="{BB962C8B-B14F-4D97-AF65-F5344CB8AC3E}">
        <p14:creationId xmlns:p14="http://schemas.microsoft.com/office/powerpoint/2010/main" val="2746603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2">
            <a:extLst>
              <a:ext uri="{FF2B5EF4-FFF2-40B4-BE49-F238E27FC236}">
                <a16:creationId xmlns:a16="http://schemas.microsoft.com/office/drawing/2014/main" id="{7BF7D9EC-209B-4902-981A-891BBE92622B}"/>
              </a:ext>
            </a:extLst>
          </p:cNvPr>
          <p:cNvSpPr txBox="1">
            <a:spLocks/>
          </p:cNvSpPr>
          <p:nvPr/>
        </p:nvSpPr>
        <p:spPr>
          <a:xfrm>
            <a:off x="838200" y="18256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u="none"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defRPr/>
            </a:pPr>
            <a:r>
              <a:rPr lang="en-US" altLang="en-US" i="1" dirty="0" err="1">
                <a:solidFill>
                  <a:srgbClr val="000000"/>
                </a:solidFill>
              </a:rPr>
              <a:t>Belirli</a:t>
            </a:r>
            <a:r>
              <a:rPr lang="en-US" altLang="en-US" i="1" dirty="0">
                <a:solidFill>
                  <a:srgbClr val="000000"/>
                </a:solidFill>
              </a:rPr>
              <a:t> </a:t>
            </a:r>
            <a:r>
              <a:rPr lang="en-US" altLang="en-US" i="1" dirty="0" err="1">
                <a:solidFill>
                  <a:srgbClr val="000000"/>
                </a:solidFill>
              </a:rPr>
              <a:t>bir</a:t>
            </a:r>
            <a:r>
              <a:rPr lang="en-US" altLang="en-US" i="1" dirty="0">
                <a:solidFill>
                  <a:srgbClr val="000000"/>
                </a:solidFill>
              </a:rPr>
              <a:t> </a:t>
            </a:r>
            <a:r>
              <a:rPr lang="en-US" altLang="en-US" i="1" dirty="0" err="1">
                <a:solidFill>
                  <a:srgbClr val="000000"/>
                </a:solidFill>
              </a:rPr>
              <a:t>satır</a:t>
            </a:r>
            <a:r>
              <a:rPr lang="en-US" altLang="en-US" i="1" dirty="0">
                <a:solidFill>
                  <a:srgbClr val="000000"/>
                </a:solidFill>
              </a:rPr>
              <a:t> </a:t>
            </a:r>
            <a:r>
              <a:rPr lang="en-US" altLang="en-US" i="1" dirty="0" err="1">
                <a:solidFill>
                  <a:srgbClr val="000000"/>
                </a:solidFill>
              </a:rPr>
              <a:t>için</a:t>
            </a:r>
            <a:r>
              <a:rPr lang="en-US" altLang="en-US" i="1" dirty="0">
                <a:solidFill>
                  <a:srgbClr val="000000"/>
                </a:solidFill>
              </a:rPr>
              <a:t> </a:t>
            </a:r>
            <a:r>
              <a:rPr lang="en-US" altLang="en-US" i="1" dirty="0" err="1">
                <a:solidFill>
                  <a:srgbClr val="000000"/>
                </a:solidFill>
              </a:rPr>
              <a:t>yeterli</a:t>
            </a:r>
            <a:r>
              <a:rPr lang="en-US" altLang="en-US" i="1" dirty="0">
                <a:solidFill>
                  <a:srgbClr val="000000"/>
                </a:solidFill>
              </a:rPr>
              <a:t> </a:t>
            </a:r>
            <a:r>
              <a:rPr lang="en-US" altLang="en-US" i="1" dirty="0" err="1">
                <a:solidFill>
                  <a:srgbClr val="000000"/>
                </a:solidFill>
              </a:rPr>
              <a:t>başlatıcı</a:t>
            </a:r>
            <a:r>
              <a:rPr lang="en-US" altLang="en-US" i="1" dirty="0">
                <a:solidFill>
                  <a:srgbClr val="000000"/>
                </a:solidFill>
              </a:rPr>
              <a:t> </a:t>
            </a:r>
            <a:r>
              <a:rPr lang="en-US" altLang="en-US" i="1" dirty="0" err="1">
                <a:solidFill>
                  <a:srgbClr val="000000"/>
                </a:solidFill>
              </a:rPr>
              <a:t>yoksa</a:t>
            </a:r>
            <a:r>
              <a:rPr lang="en-US" altLang="en-US" i="1" dirty="0">
                <a:solidFill>
                  <a:srgbClr val="000000"/>
                </a:solidFill>
              </a:rPr>
              <a:t>, o </a:t>
            </a:r>
            <a:r>
              <a:rPr lang="en-US" altLang="en-US" i="1" dirty="0" err="1">
                <a:solidFill>
                  <a:srgbClr val="000000"/>
                </a:solidFill>
              </a:rPr>
              <a:t>satırın</a:t>
            </a:r>
            <a:r>
              <a:rPr lang="en-US" altLang="en-US" i="1" dirty="0">
                <a:solidFill>
                  <a:srgbClr val="000000"/>
                </a:solidFill>
              </a:rPr>
              <a:t> </a:t>
            </a:r>
            <a:r>
              <a:rPr lang="en-US" altLang="en-US" i="1" dirty="0" err="1">
                <a:solidFill>
                  <a:srgbClr val="000000"/>
                </a:solidFill>
              </a:rPr>
              <a:t>kalan</a:t>
            </a:r>
            <a:r>
              <a:rPr lang="en-US" altLang="en-US" i="1" dirty="0">
                <a:solidFill>
                  <a:srgbClr val="000000"/>
                </a:solidFill>
              </a:rPr>
              <a:t> </a:t>
            </a:r>
            <a:r>
              <a:rPr lang="en-US" altLang="en-US" i="1" dirty="0" err="1">
                <a:solidFill>
                  <a:srgbClr val="000000"/>
                </a:solidFill>
              </a:rPr>
              <a:t>öğeleri</a:t>
            </a:r>
            <a:r>
              <a:rPr lang="en-US" altLang="en-US" i="1" dirty="0">
                <a:solidFill>
                  <a:srgbClr val="000000"/>
                </a:solidFill>
              </a:rPr>
              <a:t> 0 </a:t>
            </a:r>
            <a:r>
              <a:rPr lang="en-US" altLang="en-US" i="1" dirty="0" err="1">
                <a:solidFill>
                  <a:srgbClr val="000000"/>
                </a:solidFill>
              </a:rPr>
              <a:t>olarak</a:t>
            </a:r>
            <a:r>
              <a:rPr lang="en-US" altLang="en-US" i="1" dirty="0">
                <a:solidFill>
                  <a:srgbClr val="000000"/>
                </a:solidFill>
              </a:rPr>
              <a:t> </a:t>
            </a:r>
            <a:r>
              <a:rPr lang="en-US" altLang="en-US" i="1" dirty="0" err="1">
                <a:solidFill>
                  <a:srgbClr val="000000"/>
                </a:solidFill>
              </a:rPr>
              <a:t>başlatılır</a:t>
            </a:r>
            <a:r>
              <a:rPr lang="en-US" altLang="en-US" i="1" dirty="0">
                <a:solidFill>
                  <a:srgbClr val="000000"/>
                </a:solidFill>
              </a:rPr>
              <a:t>. 
</a:t>
            </a:r>
            <a:r>
              <a:rPr lang="en-US" altLang="en-US" i="1" dirty="0" err="1">
                <a:solidFill>
                  <a:srgbClr val="000000"/>
                </a:solidFill>
              </a:rPr>
              <a:t>Böyle</a:t>
            </a:r>
            <a:r>
              <a:rPr lang="en-US" altLang="en-US" i="1" dirty="0">
                <a:solidFill>
                  <a:srgbClr val="000000"/>
                </a:solidFill>
              </a:rPr>
              <a:t>
int b[2][2] = {{1}, {3, 4}};
	b[0][0]'ı 1'e, b[0][1]'</a:t>
            </a:r>
            <a:r>
              <a:rPr lang="en-US" altLang="en-US" i="1" dirty="0" err="1">
                <a:solidFill>
                  <a:srgbClr val="000000"/>
                </a:solidFill>
              </a:rPr>
              <a:t>i</a:t>
            </a:r>
            <a:r>
              <a:rPr lang="en-US" altLang="en-US" i="1" dirty="0">
                <a:solidFill>
                  <a:srgbClr val="000000"/>
                </a:solidFill>
              </a:rPr>
              <a:t> 0'a, b[1][0]'ı 3'e </a:t>
            </a:r>
            <a:r>
              <a:rPr lang="en-US" altLang="en-US" i="1" dirty="0" err="1">
                <a:solidFill>
                  <a:srgbClr val="000000"/>
                </a:solidFill>
              </a:rPr>
              <a:t>ve</a:t>
            </a:r>
            <a:r>
              <a:rPr lang="en-US" altLang="en-US" i="1" dirty="0">
                <a:solidFill>
                  <a:srgbClr val="000000"/>
                </a:solidFill>
              </a:rPr>
              <a:t> b[1][1]'</a:t>
            </a:r>
            <a:r>
              <a:rPr lang="en-US" altLang="en-US" i="1" dirty="0" err="1">
                <a:solidFill>
                  <a:srgbClr val="000000"/>
                </a:solidFill>
              </a:rPr>
              <a:t>i</a:t>
            </a:r>
            <a:r>
              <a:rPr lang="en-US" altLang="en-US" i="1" dirty="0">
                <a:solidFill>
                  <a:srgbClr val="000000"/>
                </a:solidFill>
              </a:rPr>
              <a:t> 4'e </a:t>
            </a:r>
            <a:r>
              <a:rPr lang="en-US" altLang="en-US" i="1" dirty="0" err="1">
                <a:solidFill>
                  <a:srgbClr val="000000"/>
                </a:solidFill>
              </a:rPr>
              <a:t>başlatır</a:t>
            </a:r>
            <a:r>
              <a:rPr lang="en-US" altLang="en-US" i="1" dirty="0">
                <a:solidFill>
                  <a:srgbClr val="000000"/>
                </a:solidFill>
              </a:rPr>
              <a:t>. 
</a:t>
            </a:r>
            <a:r>
              <a:rPr lang="en-US" altLang="en-US" i="1" dirty="0" err="1">
                <a:solidFill>
                  <a:srgbClr val="000000"/>
                </a:solidFill>
              </a:rPr>
              <a:t>İki</a:t>
            </a:r>
            <a:r>
              <a:rPr lang="en-US" altLang="en-US" i="1" dirty="0">
                <a:solidFill>
                  <a:srgbClr val="000000"/>
                </a:solidFill>
              </a:rPr>
              <a:t> </a:t>
            </a:r>
            <a:r>
              <a:rPr lang="en-US" altLang="en-US" i="1" dirty="0" err="1">
                <a:solidFill>
                  <a:srgbClr val="000000"/>
                </a:solidFill>
              </a:rPr>
              <a:t>boyutlu</a:t>
            </a:r>
            <a:r>
              <a:rPr lang="en-US" altLang="en-US" i="1" dirty="0">
                <a:solidFill>
                  <a:srgbClr val="000000"/>
                </a:solidFill>
              </a:rPr>
              <a:t> </a:t>
            </a:r>
            <a:r>
              <a:rPr lang="en-US" altLang="en-US" i="1" dirty="0" err="1">
                <a:solidFill>
                  <a:srgbClr val="000000"/>
                </a:solidFill>
              </a:rPr>
              <a:t>dizilerin</a:t>
            </a:r>
            <a:r>
              <a:rPr lang="en-US" altLang="en-US" i="1" dirty="0">
                <a:solidFill>
                  <a:srgbClr val="000000"/>
                </a:solidFill>
              </a:rPr>
              <a:t> </a:t>
            </a:r>
            <a:r>
              <a:rPr lang="en-US" altLang="en-US" i="1" dirty="0" err="1">
                <a:solidFill>
                  <a:srgbClr val="000000"/>
                </a:solidFill>
              </a:rPr>
              <a:t>tanımlanmasını</a:t>
            </a:r>
            <a:r>
              <a:rPr lang="en-US" altLang="en-US" i="1" dirty="0">
                <a:solidFill>
                  <a:srgbClr val="000000"/>
                </a:solidFill>
              </a:rPr>
              <a:t> </a:t>
            </a:r>
            <a:r>
              <a:rPr lang="en-US" altLang="en-US" i="1" dirty="0" err="1">
                <a:solidFill>
                  <a:srgbClr val="000000"/>
                </a:solidFill>
              </a:rPr>
              <a:t>ve</a:t>
            </a:r>
            <a:r>
              <a:rPr lang="en-US" altLang="en-US" i="1" dirty="0">
                <a:solidFill>
                  <a:srgbClr val="000000"/>
                </a:solidFill>
              </a:rPr>
              <a:t> </a:t>
            </a:r>
            <a:r>
              <a:rPr lang="en-US" altLang="en-US" i="1" dirty="0" err="1">
                <a:solidFill>
                  <a:srgbClr val="000000"/>
                </a:solidFill>
              </a:rPr>
              <a:t>başlatılmasını</a:t>
            </a:r>
            <a:r>
              <a:rPr lang="en-US" altLang="en-US" i="1" dirty="0">
                <a:solidFill>
                  <a:srgbClr val="000000"/>
                </a:solidFill>
              </a:rPr>
              <a:t> </a:t>
            </a:r>
            <a:r>
              <a:rPr lang="en-US" altLang="en-US" i="1" dirty="0" err="1">
                <a:solidFill>
                  <a:srgbClr val="000000"/>
                </a:solidFill>
              </a:rPr>
              <a:t>gösterir</a:t>
            </a:r>
            <a:r>
              <a:rPr lang="en-US" altLang="en-US" i="1" dirty="0">
                <a:solidFill>
                  <a:srgbClr val="000000"/>
                </a:solidFill>
              </a:rPr>
              <a:t>.</a:t>
            </a:r>
            <a:endParaRPr kumimoji="0" lang="en-US" altLang="en-US" sz="2800" b="0" i="0" u="none" strike="noStrike" kern="1200" cap="none" spc="0" normalizeH="0" baseline="0" noProof="0" dirty="0">
              <a:ln>
                <a:noFill/>
              </a:ln>
              <a:solidFill>
                <a:srgbClr val="000000"/>
              </a:solidFill>
              <a:effectLst/>
              <a:uLnTx/>
              <a:uFillTx/>
              <a:latin typeface="Calibri"/>
              <a:ea typeface="+mn-ea"/>
              <a:cs typeface="+mn-cs"/>
            </a:endParaRPr>
          </a:p>
        </p:txBody>
      </p:sp>
      <p:sp>
        <p:nvSpPr>
          <p:cNvPr id="7" name="Başlık 1">
            <a:extLst>
              <a:ext uri="{FF2B5EF4-FFF2-40B4-BE49-F238E27FC236}">
                <a16:creationId xmlns:a16="http://schemas.microsoft.com/office/drawing/2014/main" id="{DC485EDE-0006-42DF-B012-448472A41216}"/>
              </a:ext>
            </a:extLst>
          </p:cNvPr>
          <p:cNvSpPr>
            <a:spLocks noGrp="1"/>
          </p:cNvSpPr>
          <p:nvPr>
            <p:ph type="title"/>
          </p:nvPr>
        </p:nvSpPr>
        <p:spPr>
          <a:xfrm>
            <a:off x="838200" y="365125"/>
            <a:ext cx="10515600" cy="1325563"/>
          </a:xfrm>
        </p:spPr>
        <p:txBody>
          <a:bodyPr/>
          <a:lstStyle/>
          <a:p>
            <a:r>
              <a:rPr lang="en-US" dirty="0" err="1">
                <a:solidFill>
                  <a:srgbClr val="3380E6"/>
                </a:solidFill>
                <a:latin typeface="Calibri" panose="020F0502020204030204" pitchFamily="34" charset="0"/>
              </a:rPr>
              <a:t>Çok</a:t>
            </a:r>
            <a:r>
              <a:rPr lang="en-US" dirty="0">
                <a:solidFill>
                  <a:srgbClr val="3380E6"/>
                </a:solidFill>
                <a:latin typeface="Calibri" panose="020F0502020204030204" pitchFamily="34" charset="0"/>
              </a:rPr>
              <a:t> </a:t>
            </a:r>
            <a:r>
              <a:rPr lang="en-US" dirty="0" err="1">
                <a:solidFill>
                  <a:srgbClr val="3380E6"/>
                </a:solidFill>
                <a:latin typeface="Calibri" panose="020F0502020204030204" pitchFamily="34" charset="0"/>
              </a:rPr>
              <a:t>Boyutlu</a:t>
            </a:r>
            <a:r>
              <a:rPr lang="en-US" dirty="0">
                <a:solidFill>
                  <a:srgbClr val="3380E6"/>
                </a:solidFill>
                <a:latin typeface="Calibri" panose="020F0502020204030204" pitchFamily="34" charset="0"/>
              </a:rPr>
              <a:t> </a:t>
            </a:r>
            <a:r>
              <a:rPr lang="en-US" dirty="0" err="1">
                <a:solidFill>
                  <a:srgbClr val="3380E6"/>
                </a:solidFill>
                <a:latin typeface="Calibri" panose="020F0502020204030204" pitchFamily="34" charset="0"/>
              </a:rPr>
              <a:t>Diziler</a:t>
            </a:r>
            <a:endParaRPr lang="tr-TR" dirty="0"/>
          </a:p>
        </p:txBody>
      </p:sp>
    </p:spTree>
    <p:extLst>
      <p:ext uri="{BB962C8B-B14F-4D97-AF65-F5344CB8AC3E}">
        <p14:creationId xmlns:p14="http://schemas.microsoft.com/office/powerpoint/2010/main" val="34786065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a:solidFill>
                  <a:srgbClr val="24B5A1"/>
                </a:solidFill>
                <a:latin typeface="Calibri" panose="020F0502020204030204" pitchFamily="34" charset="0"/>
              </a:rPr>
              <a:t>  </a:t>
            </a:r>
            <a:endParaRPr lang="en-US" dirty="0">
              <a:solidFill>
                <a:srgbClr val="3380E6"/>
              </a:solidFill>
              <a:latin typeface="Calibri" panose="020F0502020204030204" pitchFamily="34" charset="0"/>
            </a:endParaRPr>
          </a:p>
        </p:txBody>
      </p:sp>
      <p:sp>
        <p:nvSpPr>
          <p:cNvPr id="177155" name="Text Placeholder 2"/>
          <p:cNvSpPr>
            <a:spLocks noGrp="1"/>
          </p:cNvSpPr>
          <p:nvPr>
            <p:ph type="body" idx="1"/>
          </p:nvPr>
        </p:nvSpPr>
        <p:spPr/>
        <p:txBody>
          <a:bodyPr>
            <a:normAutofit/>
          </a:bodyPr>
          <a:lstStyle/>
          <a:p>
            <a:r>
              <a:rPr lang="en-US" altLang="en-US" dirty="0" err="1">
                <a:solidFill>
                  <a:srgbClr val="000000"/>
                </a:solidFill>
              </a:rPr>
              <a:t>Yineleme</a:t>
            </a:r>
            <a:r>
              <a:rPr lang="en-US" altLang="en-US" dirty="0">
                <a:solidFill>
                  <a:srgbClr val="000000"/>
                </a:solidFill>
              </a:rPr>
              <a:t> </a:t>
            </a:r>
            <a:r>
              <a:rPr lang="en-US" altLang="en-US" dirty="0" err="1">
                <a:solidFill>
                  <a:srgbClr val="000000"/>
                </a:solidFill>
              </a:rPr>
              <a:t>deyimleri</a:t>
            </a:r>
            <a:r>
              <a:rPr lang="en-US" altLang="en-US" dirty="0">
                <a:solidFill>
                  <a:srgbClr val="000000"/>
                </a:solidFill>
              </a:rPr>
              <a:t> </a:t>
            </a:r>
            <a:r>
              <a:rPr lang="en-US" altLang="en-US" dirty="0" err="1">
                <a:solidFill>
                  <a:srgbClr val="000000"/>
                </a:solidFill>
              </a:rPr>
              <a:t>için</a:t>
            </a:r>
            <a:r>
              <a:rPr lang="en-US" altLang="en-US" dirty="0">
                <a:solidFill>
                  <a:srgbClr val="000000"/>
                </a:solidFill>
              </a:rPr>
              <a:t> </a:t>
            </a:r>
            <a:r>
              <a:rPr lang="en-US" altLang="en-US" dirty="0" err="1">
                <a:solidFill>
                  <a:srgbClr val="000000"/>
                </a:solidFill>
              </a:rPr>
              <a:t>birçok</a:t>
            </a:r>
            <a:r>
              <a:rPr lang="en-US" altLang="en-US" dirty="0">
                <a:solidFill>
                  <a:srgbClr val="000000"/>
                </a:solidFill>
              </a:rPr>
              <a:t> </a:t>
            </a:r>
            <a:r>
              <a:rPr lang="en-US" altLang="en-US" dirty="0" err="1">
                <a:solidFill>
                  <a:srgbClr val="000000"/>
                </a:solidFill>
              </a:rPr>
              <a:t>yaygın</a:t>
            </a:r>
            <a:r>
              <a:rPr lang="en-US" altLang="en-US" dirty="0">
                <a:solidFill>
                  <a:srgbClr val="000000"/>
                </a:solidFill>
              </a:rPr>
              <a:t> dizi </a:t>
            </a:r>
            <a:r>
              <a:rPr lang="en-US" altLang="en-US" dirty="0" err="1">
                <a:solidFill>
                  <a:srgbClr val="000000"/>
                </a:solidFill>
              </a:rPr>
              <a:t>manipülasyonu</a:t>
            </a:r>
            <a:r>
              <a:rPr lang="en-US" altLang="en-US" dirty="0">
                <a:solidFill>
                  <a:srgbClr val="000000"/>
                </a:solidFill>
              </a:rPr>
              <a:t> </a:t>
            </a:r>
            <a:r>
              <a:rPr lang="en-US" altLang="en-US" dirty="0" err="1">
                <a:solidFill>
                  <a:srgbClr val="000000"/>
                </a:solidFill>
              </a:rPr>
              <a:t>kullanılır</a:t>
            </a:r>
            <a:r>
              <a:rPr lang="en-US" altLang="en-US" dirty="0">
                <a:solidFill>
                  <a:srgbClr val="000000"/>
                </a:solidFill>
              </a:rPr>
              <a:t>. 
</a:t>
            </a:r>
            <a:r>
              <a:rPr lang="en-US" altLang="en-US" dirty="0" err="1">
                <a:solidFill>
                  <a:srgbClr val="000000"/>
                </a:solidFill>
              </a:rPr>
              <a:t>Örneğin</a:t>
            </a:r>
            <a:r>
              <a:rPr lang="en-US" altLang="en-US" dirty="0">
                <a:solidFill>
                  <a:srgbClr val="000000"/>
                </a:solidFill>
              </a:rPr>
              <a:t>, </a:t>
            </a:r>
            <a:r>
              <a:rPr lang="en-US" altLang="en-US" dirty="0" err="1">
                <a:solidFill>
                  <a:srgbClr val="000000"/>
                </a:solidFill>
              </a:rPr>
              <a:t>aşağıdaki</a:t>
            </a:r>
            <a:r>
              <a:rPr lang="en-US" altLang="en-US" dirty="0">
                <a:solidFill>
                  <a:srgbClr val="000000"/>
                </a:solidFill>
              </a:rPr>
              <a:t> </a:t>
            </a:r>
            <a:r>
              <a:rPr lang="en-US" altLang="en-US" dirty="0" err="1">
                <a:solidFill>
                  <a:srgbClr val="000000"/>
                </a:solidFill>
              </a:rPr>
              <a:t>ifade</a:t>
            </a:r>
            <a:r>
              <a:rPr lang="en-US" altLang="en-US" dirty="0">
                <a:solidFill>
                  <a:srgbClr val="000000"/>
                </a:solidFill>
              </a:rPr>
              <a:t>, a </a:t>
            </a:r>
            <a:r>
              <a:rPr lang="en-US" altLang="en-US" dirty="0" err="1">
                <a:solidFill>
                  <a:srgbClr val="000000"/>
                </a:solidFill>
              </a:rPr>
              <a:t>dizisinin</a:t>
            </a:r>
            <a:r>
              <a:rPr lang="en-US" altLang="en-US" dirty="0">
                <a:solidFill>
                  <a:srgbClr val="000000"/>
                </a:solidFill>
              </a:rPr>
              <a:t> 2. </a:t>
            </a:r>
            <a:r>
              <a:rPr lang="en-US" altLang="en-US" dirty="0" err="1">
                <a:solidFill>
                  <a:srgbClr val="000000"/>
                </a:solidFill>
              </a:rPr>
              <a:t>satırındaki</a:t>
            </a:r>
            <a:r>
              <a:rPr lang="en-US" altLang="en-US" dirty="0">
                <a:solidFill>
                  <a:srgbClr val="000000"/>
                </a:solidFill>
              </a:rPr>
              <a:t> </a:t>
            </a:r>
            <a:r>
              <a:rPr lang="en-US" altLang="en-US" dirty="0" err="1">
                <a:solidFill>
                  <a:srgbClr val="000000"/>
                </a:solidFill>
              </a:rPr>
              <a:t>tüm</a:t>
            </a:r>
            <a:r>
              <a:rPr lang="en-US" altLang="en-US" dirty="0">
                <a:solidFill>
                  <a:srgbClr val="000000"/>
                </a:solidFill>
              </a:rPr>
              <a:t> </a:t>
            </a:r>
            <a:r>
              <a:rPr lang="en-US" altLang="en-US" dirty="0" err="1">
                <a:solidFill>
                  <a:srgbClr val="000000"/>
                </a:solidFill>
              </a:rPr>
              <a:t>öğeleri</a:t>
            </a:r>
            <a:r>
              <a:rPr lang="en-US" altLang="en-US" dirty="0">
                <a:solidFill>
                  <a:srgbClr val="000000"/>
                </a:solidFill>
              </a:rPr>
              <a:t> </a:t>
            </a:r>
            <a:r>
              <a:rPr lang="en-US" altLang="en-US" dirty="0" err="1">
                <a:solidFill>
                  <a:srgbClr val="000000"/>
                </a:solidFill>
              </a:rPr>
              <a:t>sıfıra</a:t>
            </a:r>
            <a:r>
              <a:rPr lang="en-US" altLang="en-US" dirty="0">
                <a:solidFill>
                  <a:srgbClr val="000000"/>
                </a:solidFill>
              </a:rPr>
              <a:t> </a:t>
            </a:r>
            <a:r>
              <a:rPr lang="en-US" altLang="en-US" dirty="0" err="1">
                <a:solidFill>
                  <a:srgbClr val="000000"/>
                </a:solidFill>
              </a:rPr>
              <a:t>ayarlar</a:t>
            </a:r>
            <a:r>
              <a:rPr lang="en-US" altLang="en-US" dirty="0">
                <a:solidFill>
                  <a:srgbClr val="000000"/>
                </a:solidFill>
              </a:rPr>
              <a:t>:</a:t>
            </a:r>
            <a:endParaRPr lang="tr-TR" altLang="en-US" dirty="0">
              <a:solidFill>
                <a:srgbClr val="000000"/>
              </a:solidFill>
            </a:endParaRPr>
          </a:p>
          <a:p>
            <a:pPr lvl="1"/>
            <a:r>
              <a:rPr lang="en-US" altLang="en-US" dirty="0">
                <a:solidFill>
                  <a:srgbClr val="000000"/>
                </a:solidFill>
              </a:rPr>
              <a:t>for (</a:t>
            </a:r>
            <a:r>
              <a:rPr lang="en-US" altLang="en-US" dirty="0" err="1">
                <a:solidFill>
                  <a:srgbClr val="000000"/>
                </a:solidFill>
              </a:rPr>
              <a:t>size_t</a:t>
            </a:r>
            <a:r>
              <a:rPr lang="en-US" altLang="en-US" dirty="0">
                <a:solidFill>
                  <a:srgbClr val="000000"/>
                </a:solidFill>
              </a:rPr>
              <a:t> </a:t>
            </a:r>
            <a:r>
              <a:rPr lang="en-US" altLang="en-US" dirty="0" err="1">
                <a:solidFill>
                  <a:srgbClr val="000000"/>
                </a:solidFill>
              </a:rPr>
              <a:t>sütun</a:t>
            </a:r>
            <a:r>
              <a:rPr lang="en-US" altLang="en-US" dirty="0">
                <a:solidFill>
                  <a:srgbClr val="000000"/>
                </a:solidFill>
              </a:rPr>
              <a:t> = 0; </a:t>
            </a:r>
            <a:r>
              <a:rPr lang="en-US" altLang="en-US" dirty="0" err="1">
                <a:solidFill>
                  <a:srgbClr val="000000"/>
                </a:solidFill>
              </a:rPr>
              <a:t>sütun</a:t>
            </a:r>
            <a:r>
              <a:rPr lang="en-US" altLang="en-US" dirty="0">
                <a:solidFill>
                  <a:srgbClr val="000000"/>
                </a:solidFill>
              </a:rPr>
              <a:t> &lt;= 3; ++</a:t>
            </a:r>
            <a:r>
              <a:rPr lang="en-US" altLang="en-US" dirty="0" err="1">
                <a:solidFill>
                  <a:srgbClr val="000000"/>
                </a:solidFill>
              </a:rPr>
              <a:t>sütun</a:t>
            </a:r>
            <a:r>
              <a:rPr lang="en-US" altLang="en-US" dirty="0">
                <a:solidFill>
                  <a:srgbClr val="000000"/>
                </a:solidFill>
              </a:rPr>
              <a:t>) {</a:t>
            </a:r>
            <a:br>
              <a:rPr lang="en-US" altLang="en-US" dirty="0">
                <a:solidFill>
                  <a:srgbClr val="000000"/>
                </a:solidFill>
              </a:rPr>
            </a:br>
            <a:r>
              <a:rPr lang="en-US" altLang="en-US" dirty="0">
                <a:solidFill>
                  <a:srgbClr val="000000"/>
                </a:solidFill>
              </a:rPr>
              <a:t>   a[2][</a:t>
            </a:r>
            <a:r>
              <a:rPr lang="en-US" altLang="en-US" dirty="0" err="1">
                <a:solidFill>
                  <a:srgbClr val="000000"/>
                </a:solidFill>
              </a:rPr>
              <a:t>sütun</a:t>
            </a:r>
            <a:r>
              <a:rPr lang="en-US" altLang="en-US" dirty="0">
                <a:solidFill>
                  <a:srgbClr val="000000"/>
                </a:solidFill>
              </a:rPr>
              <a:t>] = 0;</a:t>
            </a:r>
            <a:br>
              <a:rPr lang="en-US" altLang="en-US" dirty="0">
                <a:solidFill>
                  <a:srgbClr val="000000"/>
                </a:solidFill>
              </a:rPr>
            </a:br>
            <a:r>
              <a:rPr lang="en-US" altLang="en-US" dirty="0">
                <a:solidFill>
                  <a:srgbClr val="000000"/>
                </a:solidFill>
              </a:rPr>
              <a:t>}
</a:t>
            </a:r>
            <a:r>
              <a:rPr lang="en-US" altLang="en-US" dirty="0" err="1">
                <a:solidFill>
                  <a:srgbClr val="000000"/>
                </a:solidFill>
              </a:rPr>
              <a:t>Satır</a:t>
            </a:r>
            <a:r>
              <a:rPr lang="en-US" altLang="en-US" dirty="0">
                <a:solidFill>
                  <a:srgbClr val="000000"/>
                </a:solidFill>
              </a:rPr>
              <a:t> 2'yi </a:t>
            </a:r>
            <a:r>
              <a:rPr lang="en-US" altLang="en-US" dirty="0" err="1">
                <a:solidFill>
                  <a:srgbClr val="000000"/>
                </a:solidFill>
              </a:rPr>
              <a:t>belirledik</a:t>
            </a:r>
            <a:r>
              <a:rPr lang="en-US" altLang="en-US" dirty="0">
                <a:solidFill>
                  <a:srgbClr val="000000"/>
                </a:solidFill>
              </a:rPr>
              <a:t>, </a:t>
            </a:r>
            <a:r>
              <a:rPr lang="en-US" altLang="en-US" dirty="0" err="1">
                <a:solidFill>
                  <a:srgbClr val="000000"/>
                </a:solidFill>
              </a:rPr>
              <a:t>bu</a:t>
            </a:r>
            <a:r>
              <a:rPr lang="en-US" altLang="en-US" dirty="0">
                <a:solidFill>
                  <a:srgbClr val="000000"/>
                </a:solidFill>
              </a:rPr>
              <a:t> </a:t>
            </a:r>
            <a:r>
              <a:rPr lang="en-US" altLang="en-US" dirty="0" err="1">
                <a:solidFill>
                  <a:srgbClr val="000000"/>
                </a:solidFill>
              </a:rPr>
              <a:t>nedenle</a:t>
            </a:r>
            <a:r>
              <a:rPr lang="en-US" altLang="en-US" dirty="0">
                <a:solidFill>
                  <a:srgbClr val="000000"/>
                </a:solidFill>
              </a:rPr>
              <a:t> ilk </a:t>
            </a:r>
            <a:r>
              <a:rPr lang="en-US" altLang="en-US" dirty="0" err="1">
                <a:solidFill>
                  <a:srgbClr val="000000"/>
                </a:solidFill>
              </a:rPr>
              <a:t>dizin</a:t>
            </a:r>
            <a:r>
              <a:rPr lang="en-US" altLang="en-US" dirty="0">
                <a:solidFill>
                  <a:srgbClr val="000000"/>
                </a:solidFill>
              </a:rPr>
              <a:t> her zaman 2'dir.</a:t>
            </a:r>
          </a:p>
        </p:txBody>
      </p:sp>
      <p:sp>
        <p:nvSpPr>
          <p:cNvPr id="3" name="Slide Number Placeholder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27260F9-BB4F-4CE9-AC41-67D1D70293A4}" type="slidenum">
              <a:rPr kumimoji="0" lang="en-US" alt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alt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5" name="Başlık 1">
            <a:extLst>
              <a:ext uri="{FF2B5EF4-FFF2-40B4-BE49-F238E27FC236}">
                <a16:creationId xmlns:a16="http://schemas.microsoft.com/office/drawing/2014/main" id="{2E0798D9-298E-4B9D-9884-BE1E3B857D6B}"/>
              </a:ext>
            </a:extLst>
          </p:cNvPr>
          <p:cNvSpPr txBox="1">
            <a:spLocks/>
          </p:cNvSpPr>
          <p:nvPr/>
        </p:nvSpPr>
        <p:spPr>
          <a:xfrm>
            <a:off x="990600" y="5175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b="0" i="0" u="none" kern="1200">
                <a:solidFill>
                  <a:schemeClr val="tx1"/>
                </a:solidFill>
                <a:latin typeface="+mj-lt"/>
                <a:ea typeface="+mj-ea"/>
                <a:cs typeface="+mj-cs"/>
              </a:defRPr>
            </a:lvl1pPr>
          </a:lstStyle>
          <a:p>
            <a:r>
              <a:rPr lang="en-US">
                <a:solidFill>
                  <a:srgbClr val="3380E6"/>
                </a:solidFill>
                <a:latin typeface="Calibri" panose="020F0502020204030204" pitchFamily="34" charset="0"/>
              </a:rPr>
              <a:t>Çok Boyutlu Diziler</a:t>
            </a:r>
            <a:endParaRPr lang="tr-TR" dirty="0"/>
          </a:p>
        </p:txBody>
      </p:sp>
    </p:spTree>
    <p:extLst>
      <p:ext uri="{BB962C8B-B14F-4D97-AF65-F5344CB8AC3E}">
        <p14:creationId xmlns:p14="http://schemas.microsoft.com/office/powerpoint/2010/main" val="3198023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9" name="Text Placeholder 2"/>
          <p:cNvSpPr>
            <a:spLocks noGrp="1"/>
          </p:cNvSpPr>
          <p:nvPr>
            <p:ph type="body" idx="1"/>
          </p:nvPr>
        </p:nvSpPr>
        <p:spPr/>
        <p:txBody>
          <a:bodyPr/>
          <a:lstStyle/>
          <a:p>
            <a:r>
              <a:rPr lang="en-US" altLang="en-US" dirty="0" err="1">
                <a:solidFill>
                  <a:srgbClr val="000000"/>
                </a:solidFill>
              </a:rPr>
              <a:t>Döngü</a:t>
            </a:r>
            <a:r>
              <a:rPr lang="en-US" altLang="en-US" dirty="0">
                <a:solidFill>
                  <a:srgbClr val="000000"/>
                </a:solidFill>
              </a:rPr>
              <a:t> </a:t>
            </a:r>
            <a:r>
              <a:rPr lang="en-US" altLang="en-US" dirty="0" err="1">
                <a:solidFill>
                  <a:srgbClr val="000000"/>
                </a:solidFill>
              </a:rPr>
              <a:t>yalnızca</a:t>
            </a:r>
            <a:r>
              <a:rPr lang="en-US" altLang="en-US" dirty="0">
                <a:solidFill>
                  <a:srgbClr val="000000"/>
                </a:solidFill>
              </a:rPr>
              <a:t> </a:t>
            </a:r>
            <a:r>
              <a:rPr lang="en-US" altLang="en-US" dirty="0" err="1">
                <a:solidFill>
                  <a:srgbClr val="000000"/>
                </a:solidFill>
              </a:rPr>
              <a:t>ikinci</a:t>
            </a:r>
            <a:r>
              <a:rPr lang="en-US" altLang="en-US" dirty="0">
                <a:solidFill>
                  <a:srgbClr val="000000"/>
                </a:solidFill>
              </a:rPr>
              <a:t> </a:t>
            </a:r>
            <a:r>
              <a:rPr lang="en-US" altLang="en-US" dirty="0" err="1">
                <a:solidFill>
                  <a:srgbClr val="000000"/>
                </a:solidFill>
              </a:rPr>
              <a:t>dizini</a:t>
            </a:r>
            <a:r>
              <a:rPr lang="en-US" altLang="en-US" dirty="0">
                <a:solidFill>
                  <a:srgbClr val="000000"/>
                </a:solidFill>
              </a:rPr>
              <a:t> </a:t>
            </a:r>
            <a:r>
              <a:rPr lang="en-US" altLang="en-US" dirty="0" err="1">
                <a:solidFill>
                  <a:srgbClr val="000000"/>
                </a:solidFill>
              </a:rPr>
              <a:t>değiştirir</a:t>
            </a:r>
            <a:r>
              <a:rPr lang="en-US" altLang="en-US" dirty="0">
                <a:solidFill>
                  <a:srgbClr val="000000"/>
                </a:solidFill>
              </a:rPr>
              <a:t>. 
</a:t>
            </a:r>
            <a:r>
              <a:rPr lang="en-US" altLang="en-US" dirty="0" err="1">
                <a:solidFill>
                  <a:srgbClr val="000000"/>
                </a:solidFill>
              </a:rPr>
              <a:t>Yukarıdaki</a:t>
            </a:r>
            <a:r>
              <a:rPr lang="en-US" altLang="en-US" dirty="0">
                <a:solidFill>
                  <a:srgbClr val="000000"/>
                </a:solidFill>
              </a:rPr>
              <a:t> for </a:t>
            </a:r>
            <a:r>
              <a:rPr lang="en-US" altLang="en-US" dirty="0" err="1">
                <a:solidFill>
                  <a:srgbClr val="000000"/>
                </a:solidFill>
              </a:rPr>
              <a:t>deyimi</a:t>
            </a:r>
            <a:r>
              <a:rPr lang="en-US" altLang="en-US" dirty="0">
                <a:solidFill>
                  <a:srgbClr val="000000"/>
                </a:solidFill>
              </a:rPr>
              <a:t>, </a:t>
            </a:r>
            <a:r>
              <a:rPr lang="en-US" altLang="en-US" dirty="0" err="1">
                <a:solidFill>
                  <a:srgbClr val="000000"/>
                </a:solidFill>
              </a:rPr>
              <a:t>atama</a:t>
            </a:r>
            <a:r>
              <a:rPr lang="en-US" altLang="en-US" dirty="0">
                <a:solidFill>
                  <a:srgbClr val="000000"/>
                </a:solidFill>
              </a:rPr>
              <a:t> </a:t>
            </a:r>
            <a:r>
              <a:rPr lang="en-US" altLang="en-US" dirty="0" err="1">
                <a:solidFill>
                  <a:srgbClr val="000000"/>
                </a:solidFill>
              </a:rPr>
              <a:t>deyimlerine</a:t>
            </a:r>
            <a:r>
              <a:rPr lang="en-US" altLang="en-US" dirty="0">
                <a:solidFill>
                  <a:srgbClr val="000000"/>
                </a:solidFill>
              </a:rPr>
              <a:t> </a:t>
            </a:r>
            <a:r>
              <a:rPr lang="en-US" altLang="en-US" dirty="0" err="1">
                <a:solidFill>
                  <a:srgbClr val="000000"/>
                </a:solidFill>
              </a:rPr>
              <a:t>eşdeğerdir</a:t>
            </a:r>
            <a:r>
              <a:rPr lang="en-US" altLang="en-US" dirty="0">
                <a:solidFill>
                  <a:srgbClr val="000000"/>
                </a:solidFill>
              </a:rPr>
              <a:t>:</a:t>
            </a:r>
            <a:endParaRPr lang="tr-TR" altLang="en-US" dirty="0">
              <a:solidFill>
                <a:srgbClr val="000000"/>
              </a:solidFill>
            </a:endParaRPr>
          </a:p>
          <a:p>
            <a:pPr lvl="1"/>
            <a:r>
              <a:rPr lang="en-US" altLang="en-US" dirty="0">
                <a:solidFill>
                  <a:srgbClr val="000000"/>
                </a:solidFill>
              </a:rPr>
              <a:t>a[2][0] = 0;</a:t>
            </a:r>
            <a:br>
              <a:rPr lang="en-US" altLang="en-US" dirty="0">
                <a:solidFill>
                  <a:srgbClr val="000000"/>
                </a:solidFill>
              </a:rPr>
            </a:br>
            <a:r>
              <a:rPr lang="en-US" altLang="en-US" dirty="0">
                <a:solidFill>
                  <a:srgbClr val="000000"/>
                </a:solidFill>
              </a:rPr>
              <a:t>a[2][1] = 0;</a:t>
            </a:r>
            <a:br>
              <a:rPr lang="en-US" altLang="en-US" dirty="0">
                <a:solidFill>
                  <a:srgbClr val="000000"/>
                </a:solidFill>
              </a:rPr>
            </a:br>
            <a:r>
              <a:rPr lang="en-US" altLang="en-US" dirty="0">
                <a:solidFill>
                  <a:srgbClr val="000000"/>
                </a:solidFill>
              </a:rPr>
              <a:t>a[2][2] = 0;</a:t>
            </a:r>
            <a:br>
              <a:rPr lang="en-US" altLang="en-US" dirty="0">
                <a:solidFill>
                  <a:srgbClr val="000000"/>
                </a:solidFill>
              </a:rPr>
            </a:br>
            <a:r>
              <a:rPr lang="en-US" altLang="en-US" dirty="0">
                <a:solidFill>
                  <a:srgbClr val="000000"/>
                </a:solidFill>
              </a:rPr>
              <a:t>a[2][3] = 0;</a:t>
            </a:r>
            <a:endParaRPr lang="pt-BR" altLang="en-US" b="1" dirty="0">
              <a:solidFill>
                <a:srgbClr val="000000"/>
              </a:solidFill>
              <a:latin typeface="Consolas" panose="020B0609020204030204" pitchFamily="49" charset="0"/>
            </a:endParaRPr>
          </a:p>
        </p:txBody>
      </p:sp>
      <p:sp>
        <p:nvSpPr>
          <p:cNvPr id="3" name="Slide Number Placeholder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27260F9-BB4F-4CE9-AC41-67D1D70293A4}" type="slidenum">
              <a:rPr kumimoji="0" lang="en-US" alt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alt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5" name="Başlık 1">
            <a:extLst>
              <a:ext uri="{FF2B5EF4-FFF2-40B4-BE49-F238E27FC236}">
                <a16:creationId xmlns:a16="http://schemas.microsoft.com/office/drawing/2014/main" id="{56E2E068-6943-45F9-A77B-9B94C080B489}"/>
              </a:ext>
            </a:extLst>
          </p:cNvPr>
          <p:cNvSpPr txBox="1">
            <a:spLocks/>
          </p:cNvSpPr>
          <p:nvPr/>
        </p:nvSpPr>
        <p:spPr>
          <a:xfrm>
            <a:off x="990600" y="5175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b="0" i="0" u="none" kern="1200">
                <a:solidFill>
                  <a:schemeClr val="tx1"/>
                </a:solidFill>
                <a:latin typeface="+mj-lt"/>
                <a:ea typeface="+mj-ea"/>
                <a:cs typeface="+mj-cs"/>
              </a:defRPr>
            </a:lvl1pPr>
          </a:lstStyle>
          <a:p>
            <a:r>
              <a:rPr lang="en-US" dirty="0" err="1">
                <a:solidFill>
                  <a:srgbClr val="3380E6"/>
                </a:solidFill>
                <a:latin typeface="Calibri" panose="020F0502020204030204" pitchFamily="34" charset="0"/>
              </a:rPr>
              <a:t>Çok</a:t>
            </a:r>
            <a:r>
              <a:rPr lang="en-US" dirty="0">
                <a:solidFill>
                  <a:srgbClr val="3380E6"/>
                </a:solidFill>
                <a:latin typeface="Calibri" panose="020F0502020204030204" pitchFamily="34" charset="0"/>
              </a:rPr>
              <a:t> </a:t>
            </a:r>
            <a:r>
              <a:rPr lang="en-US" dirty="0" err="1">
                <a:solidFill>
                  <a:srgbClr val="3380E6"/>
                </a:solidFill>
                <a:latin typeface="Calibri" panose="020F0502020204030204" pitchFamily="34" charset="0"/>
              </a:rPr>
              <a:t>Boyutlu</a:t>
            </a:r>
            <a:r>
              <a:rPr lang="en-US" dirty="0">
                <a:solidFill>
                  <a:srgbClr val="3380E6"/>
                </a:solidFill>
                <a:latin typeface="Calibri" panose="020F0502020204030204" pitchFamily="34" charset="0"/>
              </a:rPr>
              <a:t> </a:t>
            </a:r>
            <a:r>
              <a:rPr lang="en-US" dirty="0" err="1">
                <a:solidFill>
                  <a:srgbClr val="3380E6"/>
                </a:solidFill>
                <a:latin typeface="Calibri" panose="020F0502020204030204" pitchFamily="34" charset="0"/>
              </a:rPr>
              <a:t>Diziler</a:t>
            </a:r>
            <a:endParaRPr lang="tr-TR" dirty="0"/>
          </a:p>
        </p:txBody>
      </p:sp>
    </p:spTree>
    <p:extLst>
      <p:ext uri="{BB962C8B-B14F-4D97-AF65-F5344CB8AC3E}">
        <p14:creationId xmlns:p14="http://schemas.microsoft.com/office/powerpoint/2010/main" val="18188110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3" name="Text Placeholder 2"/>
          <p:cNvSpPr>
            <a:spLocks noGrp="1"/>
          </p:cNvSpPr>
          <p:nvPr>
            <p:ph type="body" idx="1"/>
          </p:nvPr>
        </p:nvSpPr>
        <p:spPr/>
        <p:txBody>
          <a:bodyPr>
            <a:normAutofit/>
          </a:bodyPr>
          <a:lstStyle/>
          <a:p>
            <a:r>
              <a:rPr lang="en-US" altLang="en-US" dirty="0" err="1">
                <a:solidFill>
                  <a:srgbClr val="000000"/>
                </a:solidFill>
              </a:rPr>
              <a:t>Aşağıdaki</a:t>
            </a:r>
            <a:r>
              <a:rPr lang="en-US" altLang="en-US" dirty="0">
                <a:solidFill>
                  <a:srgbClr val="000000"/>
                </a:solidFill>
              </a:rPr>
              <a:t> </a:t>
            </a:r>
            <a:r>
              <a:rPr lang="en-US" altLang="en-US" dirty="0" err="1">
                <a:solidFill>
                  <a:srgbClr val="000000"/>
                </a:solidFill>
              </a:rPr>
              <a:t>iç</a:t>
            </a:r>
            <a:r>
              <a:rPr lang="en-US" altLang="en-US" dirty="0">
                <a:solidFill>
                  <a:srgbClr val="000000"/>
                </a:solidFill>
              </a:rPr>
              <a:t> </a:t>
            </a:r>
            <a:r>
              <a:rPr lang="en-US" altLang="en-US" dirty="0" err="1">
                <a:solidFill>
                  <a:srgbClr val="000000"/>
                </a:solidFill>
              </a:rPr>
              <a:t>içe</a:t>
            </a:r>
            <a:r>
              <a:rPr lang="en-US" altLang="en-US" dirty="0">
                <a:solidFill>
                  <a:srgbClr val="000000"/>
                </a:solidFill>
              </a:rPr>
              <a:t> for </a:t>
            </a:r>
            <a:r>
              <a:rPr lang="en-US" altLang="en-US" dirty="0" err="1">
                <a:solidFill>
                  <a:srgbClr val="000000"/>
                </a:solidFill>
              </a:rPr>
              <a:t>deyimi</a:t>
            </a:r>
            <a:r>
              <a:rPr lang="en-US" altLang="en-US" dirty="0">
                <a:solidFill>
                  <a:srgbClr val="000000"/>
                </a:solidFill>
              </a:rPr>
              <a:t>, a </a:t>
            </a:r>
            <a:r>
              <a:rPr lang="en-US" altLang="en-US" dirty="0" err="1">
                <a:solidFill>
                  <a:srgbClr val="000000"/>
                </a:solidFill>
              </a:rPr>
              <a:t>dizisindeki</a:t>
            </a:r>
            <a:r>
              <a:rPr lang="en-US" altLang="en-US" dirty="0">
                <a:solidFill>
                  <a:srgbClr val="000000"/>
                </a:solidFill>
              </a:rPr>
              <a:t> </a:t>
            </a:r>
            <a:r>
              <a:rPr lang="en-US" altLang="en-US" dirty="0" err="1">
                <a:solidFill>
                  <a:srgbClr val="000000"/>
                </a:solidFill>
              </a:rPr>
              <a:t>tüm</a:t>
            </a:r>
            <a:r>
              <a:rPr lang="en-US" altLang="en-US" dirty="0">
                <a:solidFill>
                  <a:srgbClr val="000000"/>
                </a:solidFill>
              </a:rPr>
              <a:t> </a:t>
            </a:r>
            <a:r>
              <a:rPr lang="en-US" altLang="en-US" dirty="0" err="1">
                <a:solidFill>
                  <a:srgbClr val="000000"/>
                </a:solidFill>
              </a:rPr>
              <a:t>öğelerin</a:t>
            </a:r>
            <a:r>
              <a:rPr lang="en-US" altLang="en-US" dirty="0">
                <a:solidFill>
                  <a:srgbClr val="000000"/>
                </a:solidFill>
              </a:rPr>
              <a:t> </a:t>
            </a:r>
            <a:r>
              <a:rPr lang="en-US" altLang="en-US" dirty="0" err="1">
                <a:solidFill>
                  <a:srgbClr val="000000"/>
                </a:solidFill>
              </a:rPr>
              <a:t>toplamını</a:t>
            </a:r>
            <a:r>
              <a:rPr lang="en-US" altLang="en-US" dirty="0">
                <a:solidFill>
                  <a:srgbClr val="000000"/>
                </a:solidFill>
              </a:rPr>
              <a:t> </a:t>
            </a:r>
            <a:r>
              <a:rPr lang="en-US" altLang="en-US" dirty="0" err="1">
                <a:solidFill>
                  <a:srgbClr val="000000"/>
                </a:solidFill>
              </a:rPr>
              <a:t>belirler</a:t>
            </a:r>
            <a:r>
              <a:rPr lang="en-US" altLang="en-US" dirty="0">
                <a:solidFill>
                  <a:srgbClr val="000000"/>
                </a:solidFill>
              </a:rPr>
              <a:t>. </a:t>
            </a:r>
            <a:endParaRPr lang="tr-TR" altLang="en-US" dirty="0">
              <a:solidFill>
                <a:srgbClr val="000000"/>
              </a:solidFill>
            </a:endParaRPr>
          </a:p>
          <a:p>
            <a:pPr lvl="1"/>
            <a:r>
              <a:rPr lang="en-US" altLang="en-US" dirty="0" err="1">
                <a:solidFill>
                  <a:srgbClr val="000000"/>
                </a:solidFill>
              </a:rPr>
              <a:t>toplam</a:t>
            </a:r>
            <a:r>
              <a:rPr lang="en-US" altLang="en-US" dirty="0">
                <a:solidFill>
                  <a:srgbClr val="000000"/>
                </a:solidFill>
              </a:rPr>
              <a:t> = 0;
for (</a:t>
            </a:r>
            <a:r>
              <a:rPr lang="en-US" altLang="en-US" dirty="0" err="1">
                <a:solidFill>
                  <a:srgbClr val="000000"/>
                </a:solidFill>
              </a:rPr>
              <a:t>size_t</a:t>
            </a:r>
            <a:r>
              <a:rPr lang="en-US" altLang="en-US" dirty="0">
                <a:solidFill>
                  <a:srgbClr val="000000"/>
                </a:solidFill>
              </a:rPr>
              <a:t> </a:t>
            </a:r>
            <a:r>
              <a:rPr lang="en-US" altLang="en-US" dirty="0" err="1">
                <a:solidFill>
                  <a:srgbClr val="000000"/>
                </a:solidFill>
              </a:rPr>
              <a:t>satır</a:t>
            </a:r>
            <a:r>
              <a:rPr lang="en-US" altLang="en-US" dirty="0">
                <a:solidFill>
                  <a:srgbClr val="000000"/>
                </a:solidFill>
              </a:rPr>
              <a:t> = 0; </a:t>
            </a:r>
            <a:r>
              <a:rPr lang="en-US" altLang="en-US" dirty="0" err="1">
                <a:solidFill>
                  <a:srgbClr val="000000"/>
                </a:solidFill>
              </a:rPr>
              <a:t>satır</a:t>
            </a:r>
            <a:r>
              <a:rPr lang="en-US" altLang="en-US" dirty="0">
                <a:solidFill>
                  <a:srgbClr val="000000"/>
                </a:solidFill>
              </a:rPr>
              <a:t> &lt;= 2; ++</a:t>
            </a:r>
            <a:r>
              <a:rPr lang="en-US" altLang="en-US" dirty="0" err="1">
                <a:solidFill>
                  <a:srgbClr val="000000"/>
                </a:solidFill>
              </a:rPr>
              <a:t>satır</a:t>
            </a:r>
            <a:r>
              <a:rPr lang="en-US" altLang="en-US" dirty="0">
                <a:solidFill>
                  <a:srgbClr val="000000"/>
                </a:solidFill>
              </a:rPr>
              <a:t>) {</a:t>
            </a:r>
            <a:br>
              <a:rPr lang="en-US" altLang="en-US" dirty="0">
                <a:solidFill>
                  <a:srgbClr val="000000"/>
                </a:solidFill>
              </a:rPr>
            </a:br>
            <a:r>
              <a:rPr lang="en-US" altLang="en-US" dirty="0">
                <a:solidFill>
                  <a:srgbClr val="000000"/>
                </a:solidFill>
              </a:rPr>
              <a:t>   for (</a:t>
            </a:r>
            <a:r>
              <a:rPr lang="en-US" altLang="en-US" dirty="0" err="1">
                <a:solidFill>
                  <a:srgbClr val="000000"/>
                </a:solidFill>
              </a:rPr>
              <a:t>size_t</a:t>
            </a:r>
            <a:r>
              <a:rPr lang="en-US" altLang="en-US" dirty="0">
                <a:solidFill>
                  <a:srgbClr val="000000"/>
                </a:solidFill>
              </a:rPr>
              <a:t> </a:t>
            </a:r>
            <a:r>
              <a:rPr lang="en-US" altLang="en-US" dirty="0" err="1">
                <a:solidFill>
                  <a:srgbClr val="000000"/>
                </a:solidFill>
              </a:rPr>
              <a:t>sütun</a:t>
            </a:r>
            <a:r>
              <a:rPr lang="en-US" altLang="en-US" dirty="0">
                <a:solidFill>
                  <a:srgbClr val="000000"/>
                </a:solidFill>
              </a:rPr>
              <a:t> = 0; </a:t>
            </a:r>
            <a:r>
              <a:rPr lang="en-US" altLang="en-US" dirty="0" err="1">
                <a:solidFill>
                  <a:srgbClr val="000000"/>
                </a:solidFill>
              </a:rPr>
              <a:t>sütun</a:t>
            </a:r>
            <a:r>
              <a:rPr lang="en-US" altLang="en-US" dirty="0">
                <a:solidFill>
                  <a:srgbClr val="000000"/>
                </a:solidFill>
              </a:rPr>
              <a:t> &lt;= 3; ++</a:t>
            </a:r>
            <a:r>
              <a:rPr lang="en-US" altLang="en-US" dirty="0" err="1">
                <a:solidFill>
                  <a:srgbClr val="000000"/>
                </a:solidFill>
              </a:rPr>
              <a:t>sütun</a:t>
            </a:r>
            <a:r>
              <a:rPr lang="en-US" altLang="en-US" dirty="0">
                <a:solidFill>
                  <a:srgbClr val="000000"/>
                </a:solidFill>
              </a:rPr>
              <a:t>) {</a:t>
            </a:r>
            <a:br>
              <a:rPr lang="en-US" altLang="en-US" dirty="0">
                <a:solidFill>
                  <a:srgbClr val="000000"/>
                </a:solidFill>
              </a:rPr>
            </a:br>
            <a:r>
              <a:rPr lang="en-US" altLang="en-US" dirty="0">
                <a:solidFill>
                  <a:srgbClr val="000000"/>
                </a:solidFill>
              </a:rPr>
              <a:t>      </a:t>
            </a:r>
            <a:r>
              <a:rPr lang="en-US" altLang="en-US" dirty="0" err="1">
                <a:solidFill>
                  <a:srgbClr val="000000"/>
                </a:solidFill>
              </a:rPr>
              <a:t>toplam</a:t>
            </a:r>
            <a:r>
              <a:rPr lang="en-US" altLang="en-US" dirty="0">
                <a:solidFill>
                  <a:srgbClr val="000000"/>
                </a:solidFill>
              </a:rPr>
              <a:t> += a[</a:t>
            </a:r>
            <a:r>
              <a:rPr lang="en-US" altLang="en-US" dirty="0" err="1">
                <a:solidFill>
                  <a:srgbClr val="000000"/>
                </a:solidFill>
              </a:rPr>
              <a:t>satır</a:t>
            </a:r>
            <a:r>
              <a:rPr lang="en-US" altLang="en-US" dirty="0">
                <a:solidFill>
                  <a:srgbClr val="000000"/>
                </a:solidFill>
              </a:rPr>
              <a:t>][</a:t>
            </a:r>
            <a:r>
              <a:rPr lang="en-US" altLang="en-US" dirty="0" err="1">
                <a:solidFill>
                  <a:srgbClr val="000000"/>
                </a:solidFill>
              </a:rPr>
              <a:t>sütun</a:t>
            </a:r>
            <a:r>
              <a:rPr lang="en-US" altLang="en-US" dirty="0">
                <a:solidFill>
                  <a:srgbClr val="000000"/>
                </a:solidFill>
              </a:rPr>
              <a:t>];</a:t>
            </a:r>
            <a:br>
              <a:rPr lang="en-US" altLang="en-US" dirty="0">
                <a:solidFill>
                  <a:srgbClr val="000000"/>
                </a:solidFill>
              </a:rPr>
            </a:br>
            <a:r>
              <a:rPr lang="en-US" altLang="en-US" dirty="0">
                <a:solidFill>
                  <a:srgbClr val="000000"/>
                </a:solidFill>
              </a:rPr>
              <a:t>   }</a:t>
            </a:r>
            <a:br>
              <a:rPr lang="en-US" altLang="en-US" dirty="0">
                <a:solidFill>
                  <a:srgbClr val="000000"/>
                </a:solidFill>
              </a:rPr>
            </a:br>
            <a:r>
              <a:rPr lang="en-US" altLang="en-US" dirty="0">
                <a:solidFill>
                  <a:srgbClr val="000000"/>
                </a:solidFill>
              </a:rPr>
              <a:t>}
for </a:t>
            </a:r>
            <a:r>
              <a:rPr lang="en-US" altLang="en-US" dirty="0" err="1">
                <a:solidFill>
                  <a:srgbClr val="000000"/>
                </a:solidFill>
              </a:rPr>
              <a:t>deyimi</a:t>
            </a:r>
            <a:r>
              <a:rPr lang="en-US" altLang="en-US" dirty="0">
                <a:solidFill>
                  <a:srgbClr val="000000"/>
                </a:solidFill>
              </a:rPr>
              <a:t>, </a:t>
            </a:r>
            <a:r>
              <a:rPr lang="en-US" altLang="en-US" dirty="0" err="1">
                <a:solidFill>
                  <a:srgbClr val="000000"/>
                </a:solidFill>
              </a:rPr>
              <a:t>dizinin</a:t>
            </a:r>
            <a:r>
              <a:rPr lang="en-US" altLang="en-US" dirty="0">
                <a:solidFill>
                  <a:srgbClr val="000000"/>
                </a:solidFill>
              </a:rPr>
              <a:t> </a:t>
            </a:r>
            <a:r>
              <a:rPr lang="en-US" altLang="en-US" dirty="0" err="1">
                <a:solidFill>
                  <a:srgbClr val="000000"/>
                </a:solidFill>
              </a:rPr>
              <a:t>öğelerini</a:t>
            </a:r>
            <a:r>
              <a:rPr lang="en-US" altLang="en-US" dirty="0">
                <a:solidFill>
                  <a:srgbClr val="000000"/>
                </a:solidFill>
              </a:rPr>
              <a:t> </a:t>
            </a:r>
            <a:r>
              <a:rPr lang="en-US" altLang="en-US" dirty="0" err="1">
                <a:solidFill>
                  <a:srgbClr val="000000"/>
                </a:solidFill>
              </a:rPr>
              <a:t>bir</a:t>
            </a:r>
            <a:r>
              <a:rPr lang="en-US" altLang="en-US" dirty="0">
                <a:solidFill>
                  <a:srgbClr val="000000"/>
                </a:solidFill>
              </a:rPr>
              <a:t> </a:t>
            </a:r>
            <a:r>
              <a:rPr lang="en-US" altLang="en-US" dirty="0" err="1">
                <a:solidFill>
                  <a:srgbClr val="000000"/>
                </a:solidFill>
              </a:rPr>
              <a:t>kerede</a:t>
            </a:r>
            <a:r>
              <a:rPr lang="en-US" altLang="en-US" dirty="0">
                <a:solidFill>
                  <a:srgbClr val="000000"/>
                </a:solidFill>
              </a:rPr>
              <a:t> </a:t>
            </a:r>
            <a:r>
              <a:rPr lang="en-US" altLang="en-US" dirty="0" err="1">
                <a:solidFill>
                  <a:srgbClr val="000000"/>
                </a:solidFill>
              </a:rPr>
              <a:t>bir</a:t>
            </a:r>
            <a:r>
              <a:rPr lang="en-US" altLang="en-US" dirty="0">
                <a:solidFill>
                  <a:srgbClr val="000000"/>
                </a:solidFill>
              </a:rPr>
              <a:t> </a:t>
            </a:r>
            <a:r>
              <a:rPr lang="en-US" altLang="en-US" dirty="0" err="1">
                <a:solidFill>
                  <a:srgbClr val="000000"/>
                </a:solidFill>
              </a:rPr>
              <a:t>satır</a:t>
            </a:r>
            <a:r>
              <a:rPr lang="en-US" altLang="en-US" dirty="0">
                <a:solidFill>
                  <a:srgbClr val="000000"/>
                </a:solidFill>
              </a:rPr>
              <a:t> </a:t>
            </a:r>
            <a:r>
              <a:rPr lang="en-US" altLang="en-US" dirty="0" err="1">
                <a:solidFill>
                  <a:srgbClr val="000000"/>
                </a:solidFill>
              </a:rPr>
              <a:t>toplar</a:t>
            </a:r>
            <a:r>
              <a:rPr lang="en-US" altLang="en-US" dirty="0">
                <a:solidFill>
                  <a:srgbClr val="000000"/>
                </a:solidFill>
              </a:rPr>
              <a:t>.</a:t>
            </a:r>
          </a:p>
        </p:txBody>
      </p:sp>
      <p:sp>
        <p:nvSpPr>
          <p:cNvPr id="3" name="Slide Number Placeholder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27260F9-BB4F-4CE9-AC41-67D1D70293A4}" type="slidenum">
              <a:rPr kumimoji="0" lang="en-US" alt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alt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5" name="Başlık 1">
            <a:extLst>
              <a:ext uri="{FF2B5EF4-FFF2-40B4-BE49-F238E27FC236}">
                <a16:creationId xmlns:a16="http://schemas.microsoft.com/office/drawing/2014/main" id="{D2058091-3F77-4010-96EA-1BBDAF7F6FAD}"/>
              </a:ext>
            </a:extLst>
          </p:cNvPr>
          <p:cNvSpPr txBox="1">
            <a:spLocks/>
          </p:cNvSpPr>
          <p:nvPr/>
        </p:nvSpPr>
        <p:spPr>
          <a:xfrm>
            <a:off x="942474" y="500062"/>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b="0" i="0" u="none" kern="1200">
                <a:solidFill>
                  <a:schemeClr val="tx1"/>
                </a:solidFill>
                <a:latin typeface="+mj-lt"/>
                <a:ea typeface="+mj-ea"/>
                <a:cs typeface="+mj-cs"/>
              </a:defRPr>
            </a:lvl1pPr>
          </a:lstStyle>
          <a:p>
            <a:r>
              <a:rPr lang="en-US" dirty="0" err="1">
                <a:solidFill>
                  <a:srgbClr val="3380E6"/>
                </a:solidFill>
                <a:latin typeface="Calibri" panose="020F0502020204030204" pitchFamily="34" charset="0"/>
              </a:rPr>
              <a:t>Çok</a:t>
            </a:r>
            <a:r>
              <a:rPr lang="en-US" dirty="0">
                <a:solidFill>
                  <a:srgbClr val="3380E6"/>
                </a:solidFill>
                <a:latin typeface="Calibri" panose="020F0502020204030204" pitchFamily="34" charset="0"/>
              </a:rPr>
              <a:t> </a:t>
            </a:r>
            <a:r>
              <a:rPr lang="en-US" dirty="0" err="1">
                <a:solidFill>
                  <a:srgbClr val="3380E6"/>
                </a:solidFill>
                <a:latin typeface="Calibri" panose="020F0502020204030204" pitchFamily="34" charset="0"/>
              </a:rPr>
              <a:t>Boyutlu</a:t>
            </a:r>
            <a:r>
              <a:rPr lang="en-US" dirty="0">
                <a:solidFill>
                  <a:srgbClr val="3380E6"/>
                </a:solidFill>
                <a:latin typeface="Calibri" panose="020F0502020204030204" pitchFamily="34" charset="0"/>
              </a:rPr>
              <a:t> </a:t>
            </a:r>
            <a:r>
              <a:rPr lang="en-US" dirty="0" err="1">
                <a:solidFill>
                  <a:srgbClr val="3380E6"/>
                </a:solidFill>
                <a:latin typeface="Calibri" panose="020F0502020204030204" pitchFamily="34" charset="0"/>
              </a:rPr>
              <a:t>Diziler</a:t>
            </a:r>
            <a:endParaRPr lang="tr-TR" dirty="0"/>
          </a:p>
        </p:txBody>
      </p:sp>
    </p:spTree>
    <p:extLst>
      <p:ext uri="{BB962C8B-B14F-4D97-AF65-F5344CB8AC3E}">
        <p14:creationId xmlns:p14="http://schemas.microsoft.com/office/powerpoint/2010/main" val="1175041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8C7CE818-7F21-4D4E-84F4-30B02AC7FC42}"/>
              </a:ext>
            </a:extLst>
          </p:cNvPr>
          <p:cNvSpPr>
            <a:spLocks noGrp="1"/>
          </p:cNvSpPr>
          <p:nvPr>
            <p:ph type="title"/>
          </p:nvPr>
        </p:nvSpPr>
        <p:spPr/>
        <p:txBody>
          <a:bodyPr/>
          <a:lstStyle/>
          <a:p>
            <a:r>
              <a:rPr lang="tr-TR" dirty="0"/>
              <a:t>Sorular</a:t>
            </a:r>
          </a:p>
        </p:txBody>
      </p:sp>
      <p:sp>
        <p:nvSpPr>
          <p:cNvPr id="3" name="Metin Yer Tutucusu 2">
            <a:extLst>
              <a:ext uri="{FF2B5EF4-FFF2-40B4-BE49-F238E27FC236}">
                <a16:creationId xmlns:a16="http://schemas.microsoft.com/office/drawing/2014/main" id="{851C6DD6-957E-4459-BE85-426DC355931C}"/>
              </a:ext>
            </a:extLst>
          </p:cNvPr>
          <p:cNvSpPr>
            <a:spLocks noGrp="1"/>
          </p:cNvSpPr>
          <p:nvPr>
            <p:ph type="body" idx="1"/>
          </p:nvPr>
        </p:nvSpPr>
        <p:spPr/>
        <p:txBody>
          <a:bodyPr>
            <a:normAutofit fontScale="92500" lnSpcReduction="10000"/>
          </a:bodyPr>
          <a:lstStyle/>
          <a:p>
            <a:pPr marL="0" indent="0">
              <a:buNone/>
            </a:pPr>
            <a:r>
              <a:rPr lang="tr-TR" dirty="0"/>
              <a:t>1- Klavyeden girilen sayıdan küçük olan dizi elemanlarını ekrana yazdırın?</a:t>
            </a:r>
          </a:p>
          <a:p>
            <a:pPr marL="0" indent="0">
              <a:buNone/>
            </a:pPr>
            <a:r>
              <a:rPr lang="tr-TR" dirty="0"/>
              <a:t>2- Dizinin ilk n adet elemanını ekrana yazdıran programı yazınız.</a:t>
            </a:r>
          </a:p>
          <a:p>
            <a:pPr marL="0" indent="0">
              <a:buNone/>
            </a:pPr>
            <a:r>
              <a:rPr lang="tr-TR" dirty="0"/>
              <a:t>3- Dizinin son n adet elemanını baştan sonra doğru yazınız.</a:t>
            </a:r>
          </a:p>
          <a:p>
            <a:pPr marL="0" indent="0">
              <a:buNone/>
            </a:pPr>
            <a:r>
              <a:rPr lang="tr-TR" dirty="0"/>
              <a:t>4- Dizinin son n adet elemanını sondan başa yazdırınız.</a:t>
            </a:r>
          </a:p>
          <a:p>
            <a:pPr marL="0" indent="0">
              <a:buNone/>
            </a:pPr>
            <a:r>
              <a:rPr lang="tr-TR" dirty="0"/>
              <a:t>5- Dizinin s </a:t>
            </a:r>
            <a:r>
              <a:rPr lang="tr-TR" dirty="0" err="1"/>
              <a:t>nolu</a:t>
            </a:r>
            <a:r>
              <a:rPr lang="tr-TR" dirty="0"/>
              <a:t> elemanından başlayarak n adet elemanını ekrana yazdıran programı yazınız.</a:t>
            </a:r>
          </a:p>
          <a:p>
            <a:pPr marL="0" indent="0">
              <a:buNone/>
            </a:pPr>
            <a:r>
              <a:rPr lang="tr-TR" dirty="0"/>
              <a:t>6- Klavyeden girilen sayının dizide olup olmadığını ekrana yazdıran programı yazınız.</a:t>
            </a:r>
          </a:p>
          <a:p>
            <a:pPr marL="0" indent="0">
              <a:buNone/>
            </a:pPr>
            <a:r>
              <a:rPr lang="tr-TR" dirty="0"/>
              <a:t>7-  Klavyeden girilen sayıdan küçük, tek ve çift sayıların adetlerini ve toplamlarını ekrana yazdıran C kodu yazınız.</a:t>
            </a:r>
          </a:p>
          <a:p>
            <a:pPr marL="0" indent="0">
              <a:buNone/>
            </a:pPr>
            <a:endParaRPr lang="tr-TR" dirty="0"/>
          </a:p>
        </p:txBody>
      </p:sp>
      <p:sp>
        <p:nvSpPr>
          <p:cNvPr id="5" name="Slayt Numarası Yer Tutucusu 4">
            <a:extLst>
              <a:ext uri="{FF2B5EF4-FFF2-40B4-BE49-F238E27FC236}">
                <a16:creationId xmlns:a16="http://schemas.microsoft.com/office/drawing/2014/main" id="{223A4395-6732-470E-94B0-9DA709A7AA3E}"/>
              </a:ext>
            </a:extLst>
          </p:cNvPr>
          <p:cNvSpPr>
            <a:spLocks noGrp="1"/>
          </p:cNvSpPr>
          <p:nvPr>
            <p:ph type="sldNum" sz="quarter" idx="12"/>
          </p:nvPr>
        </p:nvSpPr>
        <p:spPr/>
        <p:txBody>
          <a:bodyPr/>
          <a:lstStyle/>
          <a:p>
            <a:fld id="{027260F9-BB4F-4CE9-AC41-67D1D70293A4}" type="slidenum">
              <a:rPr lang="en-US" altLang="en-US" smtClean="0"/>
              <a:pPr/>
              <a:t>22</a:t>
            </a:fld>
            <a:endParaRPr lang="en-US" altLang="en-US" dirty="0"/>
          </a:p>
        </p:txBody>
      </p:sp>
    </p:spTree>
    <p:extLst>
      <p:ext uri="{BB962C8B-B14F-4D97-AF65-F5344CB8AC3E}">
        <p14:creationId xmlns:p14="http://schemas.microsoft.com/office/powerpoint/2010/main" val="3005478216"/>
      </p:ext>
    </p:extLst>
  </p:cSld>
  <p:clrMapOvr>
    <a:masterClrMapping/>
  </p:clrMapOvr>
</p:sld>
</file>

<file path=ppt/theme/theme1.xml><?xml version="1.0" encoding="utf-8"?>
<a:theme xmlns:a="http://schemas.openxmlformats.org/drawingml/2006/main" name="Office Teması">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4323</TotalTime>
  <Words>1243</Words>
  <Application>Microsoft Office PowerPoint</Application>
  <PresentationFormat>Geniş ekran</PresentationFormat>
  <Paragraphs>59</Paragraphs>
  <Slides>22</Slides>
  <Notes>0</Notes>
  <HiddenSlides>0</HiddenSlides>
  <MMClips>0</MMClips>
  <ScaleCrop>false</ScaleCrop>
  <HeadingPairs>
    <vt:vector size="6" baseType="variant">
      <vt:variant>
        <vt:lpstr>Kullanılan Yazı Tipleri</vt:lpstr>
      </vt:variant>
      <vt:variant>
        <vt:i4>5</vt:i4>
      </vt:variant>
      <vt:variant>
        <vt:lpstr>Tema</vt:lpstr>
      </vt:variant>
      <vt:variant>
        <vt:i4>2</vt:i4>
      </vt:variant>
      <vt:variant>
        <vt:lpstr>Slayt Başlıkları</vt:lpstr>
      </vt:variant>
      <vt:variant>
        <vt:i4>22</vt:i4>
      </vt:variant>
    </vt:vector>
  </HeadingPairs>
  <TitlesOfParts>
    <vt:vector size="29" baseType="lpstr">
      <vt:lpstr>Arial</vt:lpstr>
      <vt:lpstr>Calibri</vt:lpstr>
      <vt:lpstr>Calibri Light</vt:lpstr>
      <vt:lpstr>Consolas</vt:lpstr>
      <vt:lpstr>Wingdings</vt:lpstr>
      <vt:lpstr>Office Teması</vt:lpstr>
      <vt:lpstr>Office Theme</vt:lpstr>
      <vt:lpstr>BIM 109 – Algoritma ve Programlamaya Giriş</vt:lpstr>
      <vt:lpstr>Diziler (Arrays)</vt:lpstr>
      <vt:lpstr>12 Elemanlı Dizi</vt:lpstr>
      <vt:lpstr>Diziler (Arrays)</vt:lpstr>
      <vt:lpstr>PowerPoint Sunusu</vt:lpstr>
      <vt:lpstr>PowerPoint Sunusu</vt:lpstr>
      <vt:lpstr>Diziler (Arrays)</vt:lpstr>
      <vt:lpstr>Dizileri Tanımlama</vt:lpstr>
      <vt:lpstr>Örnek 1</vt:lpstr>
      <vt:lpstr>Örnek 2</vt:lpstr>
      <vt:lpstr>Örnek 3</vt:lpstr>
      <vt:lpstr>Dizeleri Depolamak ve Değiştirmek için Karakter Dizilerini Kullanma</vt:lpstr>
      <vt:lpstr>Çok Boyutlu Diziler (Multidimensional Arrays)</vt:lpstr>
      <vt:lpstr>Çok Boyutlu Diziler</vt:lpstr>
      <vt:lpstr>Çok Boyutlu Diziler</vt:lpstr>
      <vt:lpstr>Çok Boyutlu Diziler</vt:lpstr>
      <vt:lpstr>Çok Boyutlu Diziler</vt:lpstr>
      <vt:lpstr>Çok Boyutlu Diziler</vt:lpstr>
      <vt:lpstr>  </vt:lpstr>
      <vt:lpstr>PowerPoint Sunusu</vt:lpstr>
      <vt:lpstr>PowerPoint Sunusu</vt:lpstr>
      <vt:lpstr>Sorular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YAM 107 – Introduction to Algorithm and Programming</dc:title>
  <dc:creator>Şengül BAYRAK HAYTA</dc:creator>
  <cp:lastModifiedBy>Şengül BAYRAK</cp:lastModifiedBy>
  <cp:revision>15</cp:revision>
  <cp:lastPrinted>2023-11-21T10:10:49Z</cp:lastPrinted>
  <dcterms:created xsi:type="dcterms:W3CDTF">2023-11-21T09:37:27Z</dcterms:created>
  <dcterms:modified xsi:type="dcterms:W3CDTF">2025-11-17T08:33:44Z</dcterms:modified>
</cp:coreProperties>
</file>